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7"/>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703"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753" r:id="rId643"/>
    <p:sldId id="1754" r:id="rId644"/>
    <p:sldId id="1755" r:id="rId645"/>
    <p:sldId id="1756" r:id="rId646"/>
    <p:sldId id="1757" r:id="rId647"/>
    <p:sldId id="1529" r:id="rId648"/>
    <p:sldId id="1601" r:id="rId649"/>
    <p:sldId id="1689" r:id="rId650"/>
    <p:sldId id="1666" r:id="rId651"/>
    <p:sldId id="1625" r:id="rId652"/>
    <p:sldId id="1653" r:id="rId653"/>
    <p:sldId id="1644" r:id="rId654"/>
    <p:sldId id="1626" r:id="rId655"/>
    <p:sldId id="1698" r:id="rId656"/>
    <p:sldId id="1531" r:id="rId657"/>
    <p:sldId id="1532" r:id="rId658"/>
    <p:sldId id="1539" r:id="rId659"/>
    <p:sldId id="1724" r:id="rId660"/>
    <p:sldId id="352" r:id="rId661"/>
    <p:sldId id="1275" r:id="rId662"/>
    <p:sldId id="1606" r:id="rId663"/>
    <p:sldId id="633" r:id="rId664"/>
    <p:sldId id="521" r:id="rId665"/>
    <p:sldId id="1337" r:id="rId666"/>
    <p:sldId id="1669" r:id="rId667"/>
    <p:sldId id="1667" r:id="rId668"/>
    <p:sldId id="1668" r:id="rId669"/>
    <p:sldId id="1717" r:id="rId670"/>
    <p:sldId id="1610" r:id="rId671"/>
    <p:sldId id="1649" r:id="rId672"/>
    <p:sldId id="1685" r:id="rId673"/>
    <p:sldId id="1687" r:id="rId674"/>
    <p:sldId id="1686" r:id="rId675"/>
    <p:sldId id="1617" r:id="rId676"/>
    <p:sldId id="1160" r:id="rId677"/>
    <p:sldId id="1701" r:id="rId678"/>
    <p:sldId id="1651" r:id="rId679"/>
    <p:sldId id="1652" r:id="rId680"/>
    <p:sldId id="1340" r:id="rId681"/>
    <p:sldId id="1352" r:id="rId682"/>
    <p:sldId id="1650" r:id="rId683"/>
    <p:sldId id="1594" r:id="rId684"/>
    <p:sldId id="1604" r:id="rId685"/>
    <p:sldId id="1643" r:id="rId686"/>
    <p:sldId id="1595" r:id="rId687"/>
    <p:sldId id="1597" r:id="rId688"/>
    <p:sldId id="1599" r:id="rId689"/>
    <p:sldId id="1596" r:id="rId690"/>
    <p:sldId id="1603" r:id="rId691"/>
    <p:sldId id="368" r:id="rId692"/>
    <p:sldId id="636" r:id="rId693"/>
    <p:sldId id="663" r:id="rId694"/>
    <p:sldId id="664" r:id="rId695"/>
    <p:sldId id="637" r:id="rId696"/>
    <p:sldId id="638" r:id="rId697"/>
    <p:sldId id="712" r:id="rId698"/>
    <p:sldId id="713" r:id="rId699"/>
    <p:sldId id="714" r:id="rId700"/>
    <p:sldId id="836" r:id="rId701"/>
    <p:sldId id="837" r:id="rId702"/>
    <p:sldId id="342" r:id="rId703"/>
    <p:sldId id="1067" r:id="rId704"/>
    <p:sldId id="1473" r:id="rId705"/>
    <p:sldId id="1343" r:id="rId706"/>
    <p:sldId id="1068" r:id="rId707"/>
    <p:sldId id="727" r:id="rId708"/>
    <p:sldId id="1512" r:id="rId709"/>
    <p:sldId id="728" r:id="rId710"/>
    <p:sldId id="1513" r:id="rId711"/>
    <p:sldId id="781" r:id="rId712"/>
    <p:sldId id="1007" r:id="rId713"/>
    <p:sldId id="730" r:id="rId714"/>
    <p:sldId id="1264" r:id="rId715"/>
    <p:sldId id="1448" r:id="rId716"/>
    <p:sldId id="1449" r:id="rId717"/>
    <p:sldId id="1450" r:id="rId718"/>
    <p:sldId id="1157" r:id="rId719"/>
    <p:sldId id="1158" r:id="rId720"/>
    <p:sldId id="775" r:id="rId721"/>
    <p:sldId id="354" r:id="rId722"/>
    <p:sldId id="735" r:id="rId723"/>
    <p:sldId id="738" r:id="rId724"/>
    <p:sldId id="774" r:id="rId725"/>
    <p:sldId id="1549" r:id="rId726"/>
    <p:sldId id="1550" r:id="rId727"/>
    <p:sldId id="737" r:id="rId728"/>
    <p:sldId id="740" r:id="rId729"/>
    <p:sldId id="683" r:id="rId730"/>
    <p:sldId id="684" r:id="rId731"/>
    <p:sldId id="682" r:id="rId732"/>
    <p:sldId id="1405" r:id="rId733"/>
    <p:sldId id="1434" r:id="rId734"/>
    <p:sldId id="1432" r:id="rId735"/>
    <p:sldId id="1385" r:id="rId736"/>
    <p:sldId id="1433" r:id="rId737"/>
    <p:sldId id="1438" r:id="rId738"/>
    <p:sldId id="1439" r:id="rId739"/>
    <p:sldId id="1440" r:id="rId740"/>
    <p:sldId id="1431" r:id="rId741"/>
    <p:sldId id="1436" r:id="rId742"/>
    <p:sldId id="968" r:id="rId743"/>
    <p:sldId id="969" r:id="rId744"/>
    <p:sldId id="609" r:id="rId745"/>
    <p:sldId id="610" r:id="rId746"/>
    <p:sldId id="703" r:id="rId747"/>
    <p:sldId id="611" r:id="rId748"/>
    <p:sldId id="612" r:id="rId749"/>
    <p:sldId id="704" r:id="rId750"/>
    <p:sldId id="613" r:id="rId751"/>
    <p:sldId id="705" r:id="rId752"/>
    <p:sldId id="614" r:id="rId753"/>
    <p:sldId id="1045" r:id="rId754"/>
    <p:sldId id="1382" r:id="rId755"/>
    <p:sldId id="1492" r:id="rId756"/>
    <p:sldId id="1748" r:id="rId757"/>
    <p:sldId id="1723" r:id="rId758"/>
    <p:sldId id="986" r:id="rId759"/>
    <p:sldId id="427" r:id="rId760"/>
    <p:sldId id="689" r:id="rId761"/>
    <p:sldId id="731" r:id="rId762"/>
    <p:sldId id="732" r:id="rId763"/>
    <p:sldId id="758" r:id="rId764"/>
    <p:sldId id="759" r:id="rId765"/>
    <p:sldId id="1417" r:id="rId766"/>
    <p:sldId id="916" r:id="rId767"/>
    <p:sldId id="917" r:id="rId768"/>
    <p:sldId id="840" r:id="rId769"/>
    <p:sldId id="841" r:id="rId770"/>
    <p:sldId id="939" r:id="rId771"/>
    <p:sldId id="766" r:id="rId772"/>
    <p:sldId id="767" r:id="rId773"/>
    <p:sldId id="776" r:id="rId774"/>
    <p:sldId id="752" r:id="rId775"/>
    <p:sldId id="753" r:id="rId776"/>
    <p:sldId id="764" r:id="rId777"/>
    <p:sldId id="1507" r:id="rId778"/>
    <p:sldId id="765" r:id="rId779"/>
    <p:sldId id="1472" r:id="rId780"/>
    <p:sldId id="874" r:id="rId781"/>
    <p:sldId id="946" r:id="rId782"/>
    <p:sldId id="943" r:id="rId783"/>
    <p:sldId id="755" r:id="rId784"/>
    <p:sldId id="754" r:id="rId785"/>
    <p:sldId id="670" r:id="rId786"/>
    <p:sldId id="1347" r:id="rId787"/>
    <p:sldId id="777" r:id="rId788"/>
    <p:sldId id="762" r:id="rId789"/>
    <p:sldId id="763" r:id="rId790"/>
    <p:sldId id="769" r:id="rId791"/>
    <p:sldId id="1398" r:id="rId792"/>
    <p:sldId id="770" r:id="rId793"/>
    <p:sldId id="873" r:id="rId794"/>
    <p:sldId id="1527" r:id="rId795"/>
    <p:sldId id="1664" r:id="rId796"/>
    <p:sldId id="1713" r:id="rId797"/>
    <p:sldId id="1804" r:id="rId798"/>
    <p:sldId id="1714" r:id="rId799"/>
    <p:sldId id="875" r:id="rId800"/>
    <p:sldId id="1469" r:id="rId801"/>
    <p:sldId id="1556" r:id="rId802"/>
    <p:sldId id="1412" r:id="rId803"/>
    <p:sldId id="583" r:id="rId804"/>
    <p:sldId id="584" r:id="rId805"/>
    <p:sldId id="585" r:id="rId806"/>
    <p:sldId id="1069" r:id="rId807"/>
    <p:sldId id="1442" r:id="rId808"/>
    <p:sldId id="1790" r:id="rId809"/>
    <p:sldId id="1743" r:id="rId810"/>
    <p:sldId id="1742" r:id="rId811"/>
    <p:sldId id="1777" r:id="rId812"/>
    <p:sldId id="1778" r:id="rId813"/>
    <p:sldId id="1715" r:id="rId814"/>
    <p:sldId id="1716" r:id="rId815"/>
    <p:sldId id="1770" r:id="rId816"/>
    <p:sldId id="1771" r:id="rId817"/>
    <p:sldId id="1785" r:id="rId818"/>
    <p:sldId id="1786" r:id="rId819"/>
    <p:sldId id="1784" r:id="rId820"/>
    <p:sldId id="1792" r:id="rId821"/>
    <p:sldId id="1789" r:id="rId822"/>
    <p:sldId id="1788" r:id="rId823"/>
    <p:sldId id="1787" r:id="rId824"/>
    <p:sldId id="1791" r:id="rId825"/>
    <p:sldId id="1793" r:id="rId826"/>
    <p:sldId id="1794" r:id="rId827"/>
    <p:sldId id="1795" r:id="rId828"/>
    <p:sldId id="1796" r:id="rId829"/>
    <p:sldId id="952" r:id="rId830"/>
    <p:sldId id="1555" r:id="rId831"/>
    <p:sldId id="1554" r:id="rId832"/>
    <p:sldId id="1348" r:id="rId833"/>
    <p:sldId id="1524" r:id="rId834"/>
    <p:sldId id="1349" r:id="rId835"/>
    <p:sldId id="1396" r:id="rId836"/>
    <p:sldId id="1397" r:id="rId837"/>
    <p:sldId id="1350" r:id="rId838"/>
    <p:sldId id="761" r:id="rId839"/>
    <p:sldId id="1780" r:id="rId840"/>
    <p:sldId id="1404" r:id="rId841"/>
    <p:sldId id="861" r:id="rId842"/>
    <p:sldId id="862" r:id="rId843"/>
    <p:sldId id="756" r:id="rId844"/>
    <p:sldId id="1506" r:id="rId845"/>
    <p:sldId id="771" r:id="rId846"/>
    <p:sldId id="876" r:id="rId847"/>
    <p:sldId id="1471" r:id="rId848"/>
    <p:sldId id="1393" r:id="rId849"/>
    <p:sldId id="1389" r:id="rId850"/>
    <p:sldId id="1457" r:id="rId851"/>
    <p:sldId id="1458" r:id="rId852"/>
    <p:sldId id="1459" r:id="rId853"/>
    <p:sldId id="1505" r:id="rId854"/>
    <p:sldId id="1428" r:id="rId855"/>
    <p:sldId id="1665" r:id="rId856"/>
    <p:sldId id="778" r:id="rId857"/>
    <p:sldId id="779" r:id="rId858"/>
    <p:sldId id="834" r:id="rId859"/>
    <p:sldId id="780" r:id="rId860"/>
    <p:sldId id="833" r:id="rId861"/>
    <p:sldId id="783" r:id="rId862"/>
    <p:sldId id="880" r:id="rId863"/>
    <p:sldId id="1769" r:id="rId864"/>
    <p:sldId id="881" r:id="rId865"/>
    <p:sldId id="879" r:id="rId866"/>
    <p:sldId id="866" r:id="rId867"/>
    <p:sldId id="1341" r:id="rId868"/>
    <p:sldId id="1390" r:id="rId869"/>
    <p:sldId id="1774" r:id="rId870"/>
    <p:sldId id="1775" r:id="rId871"/>
    <p:sldId id="1391" r:id="rId872"/>
    <p:sldId id="878" r:id="rId873"/>
    <p:sldId id="867" r:id="rId874"/>
    <p:sldId id="868" r:id="rId875"/>
    <p:sldId id="870" r:id="rId876"/>
    <p:sldId id="1241" r:id="rId877"/>
    <p:sldId id="1411" r:id="rId878"/>
    <p:sldId id="869" r:id="rId879"/>
    <p:sldId id="1342" r:id="rId880"/>
    <p:sldId id="1367" r:id="rId881"/>
    <p:sldId id="1377" r:id="rId882"/>
    <p:sldId id="1379" r:id="rId883"/>
    <p:sldId id="1368" r:id="rId884"/>
    <p:sldId id="1369" r:id="rId885"/>
    <p:sldId id="1380" r:id="rId886"/>
    <p:sldId id="1381" r:id="rId887"/>
    <p:sldId id="1370" r:id="rId888"/>
    <p:sldId id="1371" r:id="rId889"/>
    <p:sldId id="1372" r:id="rId890"/>
    <p:sldId id="1373" r:id="rId891"/>
    <p:sldId id="1374" r:id="rId892"/>
    <p:sldId id="1375" r:id="rId893"/>
    <p:sldId id="1033" r:id="rId894"/>
    <p:sldId id="1021" r:id="rId895"/>
    <p:sldId id="1022" r:id="rId896"/>
    <p:sldId id="1023" r:id="rId897"/>
    <p:sldId id="1024" r:id="rId898"/>
    <p:sldId id="1025" r:id="rId899"/>
    <p:sldId id="1027" r:id="rId900"/>
    <p:sldId id="1028" r:id="rId901"/>
    <p:sldId id="1029" r:id="rId902"/>
    <p:sldId id="1030" r:id="rId903"/>
    <p:sldId id="1032" r:id="rId904"/>
    <p:sldId id="1031" r:id="rId905"/>
    <p:sldId id="1526" r:id="rId906"/>
    <p:sldId id="885" r:id="rId907"/>
    <p:sldId id="1074" r:id="rId908"/>
    <p:sldId id="976" r:id="rId909"/>
    <p:sldId id="933" r:id="rId910"/>
    <p:sldId id="954" r:id="rId911"/>
    <p:sldId id="788" r:id="rId912"/>
    <p:sldId id="1502" r:id="rId913"/>
    <p:sldId id="1456" r:id="rId914"/>
    <p:sldId id="1489" r:id="rId915"/>
    <p:sldId id="1503" r:id="rId916"/>
    <p:sldId id="1493" r:id="rId917"/>
    <p:sldId id="1495" r:id="rId918"/>
    <p:sldId id="1511" r:id="rId919"/>
    <p:sldId id="1504" r:id="rId920"/>
    <p:sldId id="1557" r:id="rId921"/>
    <p:sldId id="1736" r:id="rId922"/>
    <p:sldId id="1752" r:id="rId923"/>
    <p:sldId id="1782" r:id="rId924"/>
    <p:sldId id="1783" r:id="rId925"/>
    <p:sldId id="1815" r:id="rId9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presProps" Target="presProps.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theme" Target="theme/theme1.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commentAuthors" Target="commentAuthor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viewProps" Target="viewProp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tableStyles" Target="tableStyles.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notesMaster" Target="notesMasters/notesMaster1.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664</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837</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865</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5.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87798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Case-insensitive  / Depends on collation (Collation defines how text (characters) are compared and sorted in a database.)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72921</TotalTime>
  <Words>109035</Words>
  <Application>Microsoft Office PowerPoint</Application>
  <PresentationFormat>Widescreen</PresentationFormat>
  <Paragraphs>16537</Paragraphs>
  <Slides>925</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925</vt:i4>
      </vt:variant>
    </vt:vector>
  </HeadingPairs>
  <TitlesOfParts>
    <vt:vector size="972"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15495</cp:revision>
  <dcterms:created xsi:type="dcterms:W3CDTF">2015-10-09T06:09:34Z</dcterms:created>
  <dcterms:modified xsi:type="dcterms:W3CDTF">2026-09-30T11:06:11Z</dcterms:modified>
</cp:coreProperties>
</file>