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8"/>
  </p:notesMasterIdLst>
  <p:sldIdLst>
    <p:sldId id="1816" r:id="rId2"/>
    <p:sldId id="257" r:id="rId3"/>
    <p:sldId id="1543" r:id="rId4"/>
    <p:sldId id="1118" r:id="rId5"/>
    <p:sldId id="1119" r:id="rId6"/>
    <p:sldId id="472" r:id="rId7"/>
    <p:sldId id="1462" r:id="rId8"/>
    <p:sldId id="1562" r:id="rId9"/>
    <p:sldId id="1482" r:id="rId10"/>
    <p:sldId id="1094" r:id="rId11"/>
    <p:sldId id="1589" r:id="rId12"/>
    <p:sldId id="1095" r:id="rId13"/>
    <p:sldId id="1703" r:id="rId14"/>
    <p:sldId id="1807" r:id="rId15"/>
    <p:sldId id="1591" r:id="rId16"/>
    <p:sldId id="1590" r:id="rId17"/>
    <p:sldId id="1231" r:id="rId18"/>
    <p:sldId id="1232" r:id="rId19"/>
    <p:sldId id="1282" r:id="rId20"/>
    <p:sldId id="1221" r:id="rId21"/>
    <p:sldId id="1534" r:id="rId22"/>
    <p:sldId id="1592" r:id="rId23"/>
    <p:sldId id="1576" r:id="rId24"/>
    <p:sldId id="1540" r:id="rId25"/>
    <p:sldId id="598" r:id="rId26"/>
    <p:sldId id="326" r:id="rId27"/>
    <p:sldId id="1535" r:id="rId28"/>
    <p:sldId id="1086" r:id="rId29"/>
    <p:sldId id="579" r:id="rId30"/>
    <p:sldId id="1429" r:id="rId31"/>
    <p:sldId id="1704" r:id="rId32"/>
    <p:sldId id="1234" r:id="rId33"/>
    <p:sldId id="1445" r:id="rId34"/>
    <p:sldId id="1446" r:id="rId35"/>
    <p:sldId id="1451" r:id="rId36"/>
    <p:sldId id="1452" r:id="rId37"/>
    <p:sldId id="1344" r:id="rId38"/>
    <p:sldId id="1593" r:id="rId39"/>
    <p:sldId id="1122" r:id="rId40"/>
    <p:sldId id="599" r:id="rId41"/>
    <p:sldId id="271" r:id="rId42"/>
    <p:sldId id="328" r:id="rId43"/>
    <p:sldId id="1564" r:id="rId44"/>
    <p:sldId id="1657" r:id="rId45"/>
    <p:sldId id="1648" r:id="rId46"/>
    <p:sldId id="315" r:id="rId47"/>
    <p:sldId id="314" r:id="rId48"/>
    <p:sldId id="600" r:id="rId49"/>
    <p:sldId id="1544" r:id="rId50"/>
    <p:sldId id="692" r:id="rId51"/>
    <p:sldId id="319" r:id="rId52"/>
    <p:sldId id="601" r:id="rId53"/>
    <p:sldId id="500" r:id="rId54"/>
    <p:sldId id="321" r:id="rId55"/>
    <p:sldId id="1286" r:id="rId56"/>
    <p:sldId id="901" r:id="rId57"/>
    <p:sldId id="1566" r:id="rId58"/>
    <p:sldId id="1487" r:id="rId59"/>
    <p:sldId id="1278" r:id="rId60"/>
    <p:sldId id="1351" r:id="rId61"/>
    <p:sldId id="603" r:id="rId62"/>
    <p:sldId id="499" r:id="rId63"/>
    <p:sldId id="604" r:id="rId64"/>
    <p:sldId id="489" r:id="rId65"/>
    <p:sldId id="1483" r:id="rId66"/>
    <p:sldId id="1568" r:id="rId67"/>
    <p:sldId id="1484" r:id="rId68"/>
    <p:sldId id="1284" r:id="rId69"/>
    <p:sldId id="1579" r:id="rId70"/>
    <p:sldId id="1705" r:id="rId71"/>
    <p:sldId id="1581" r:id="rId72"/>
    <p:sldId id="1582" r:id="rId73"/>
    <p:sldId id="1706" r:id="rId74"/>
    <p:sldId id="1098" r:id="rId75"/>
    <p:sldId id="536" r:id="rId76"/>
    <p:sldId id="535" r:id="rId77"/>
    <p:sldId id="537" r:id="rId78"/>
    <p:sldId id="606" r:id="rId79"/>
    <p:sldId id="1571" r:id="rId80"/>
    <p:sldId id="883" r:id="rId81"/>
    <p:sldId id="898" r:id="rId82"/>
    <p:sldId id="900" r:id="rId83"/>
    <p:sldId id="1236" r:id="rId84"/>
    <p:sldId id="842" r:id="rId85"/>
    <p:sldId id="1354" r:id="rId86"/>
    <p:sldId id="1171" r:id="rId87"/>
    <p:sldId id="1192" r:id="rId88"/>
    <p:sldId id="1237" r:id="rId89"/>
    <p:sldId id="843" r:id="rId90"/>
    <p:sldId id="1366" r:id="rId91"/>
    <p:sldId id="1172" r:id="rId92"/>
    <p:sldId id="1193" r:id="rId93"/>
    <p:sldId id="1238" r:id="rId94"/>
    <p:sldId id="844" r:id="rId95"/>
    <p:sldId id="1239" r:id="rId96"/>
    <p:sldId id="845" r:id="rId97"/>
    <p:sldId id="1173" r:id="rId98"/>
    <p:sldId id="1546" r:id="rId99"/>
    <p:sldId id="1573" r:id="rId100"/>
    <p:sldId id="1587" r:id="rId101"/>
    <p:sldId id="1575" r:id="rId102"/>
    <p:sldId id="958" r:id="rId103"/>
    <p:sldId id="959" r:id="rId104"/>
    <p:sldId id="960" r:id="rId105"/>
    <p:sldId id="971" r:id="rId106"/>
    <p:sldId id="961" r:id="rId107"/>
    <p:sldId id="962" r:id="rId108"/>
    <p:sldId id="966" r:id="rId109"/>
    <p:sldId id="967" r:id="rId110"/>
    <p:sldId id="963" r:id="rId111"/>
    <p:sldId id="970" r:id="rId112"/>
    <p:sldId id="972" r:id="rId113"/>
    <p:sldId id="1559" r:id="rId114"/>
    <p:sldId id="1560" r:id="rId115"/>
    <p:sldId id="1561" r:id="rId116"/>
    <p:sldId id="973" r:id="rId117"/>
    <p:sldId id="974" r:id="rId118"/>
    <p:sldId id="1490" r:id="rId119"/>
    <p:sldId id="590" r:id="rId120"/>
    <p:sldId id="490" r:id="rId121"/>
    <p:sldId id="491" r:id="rId122"/>
    <p:sldId id="1661" r:id="rId123"/>
    <p:sldId id="492" r:id="rId124"/>
    <p:sldId id="1655" r:id="rId125"/>
    <p:sldId id="493" r:id="rId126"/>
    <p:sldId id="495" r:id="rId127"/>
    <p:sldId id="1454" r:id="rId128"/>
    <p:sldId id="1658" r:id="rId129"/>
    <p:sldId id="1174" r:id="rId130"/>
    <p:sldId id="1175" r:id="rId131"/>
    <p:sldId id="1176" r:id="rId132"/>
    <p:sldId id="1551" r:id="rId133"/>
    <p:sldId id="1761" r:id="rId134"/>
    <p:sldId id="1553" r:id="rId135"/>
    <p:sldId id="1496" r:id="rId136"/>
    <p:sldId id="1759" r:id="rId137"/>
    <p:sldId id="1764" r:id="rId138"/>
    <p:sldId id="1049" r:id="rId139"/>
    <p:sldId id="1050" r:id="rId140"/>
    <p:sldId id="1051" r:id="rId141"/>
    <p:sldId id="1765" r:id="rId142"/>
    <p:sldId id="1052" r:id="rId143"/>
    <p:sldId id="1090" r:id="rId144"/>
    <p:sldId id="1766" r:id="rId145"/>
    <p:sldId id="1243" r:id="rId146"/>
    <p:sldId id="1091" r:id="rId147"/>
    <p:sldId id="1055" r:id="rId148"/>
    <p:sldId id="1056" r:id="rId149"/>
    <p:sldId id="1762" r:id="rId150"/>
    <p:sldId id="1058" r:id="rId151"/>
    <p:sldId id="267" r:id="rId152"/>
    <p:sldId id="272" r:id="rId153"/>
    <p:sldId id="273" r:id="rId154"/>
    <p:sldId id="1178" r:id="rId155"/>
    <p:sldId id="580" r:id="rId156"/>
    <p:sldId id="620" r:id="rId157"/>
    <p:sldId id="1041" r:id="rId158"/>
    <p:sldId id="1040" r:id="rId159"/>
    <p:sldId id="621" r:id="rId160"/>
    <p:sldId id="796" r:id="rId161"/>
    <p:sldId id="849" r:id="rId162"/>
    <p:sldId id="800" r:id="rId163"/>
    <p:sldId id="931" r:id="rId164"/>
    <p:sldId id="985" r:id="rId165"/>
    <p:sldId id="615" r:id="rId166"/>
    <p:sldId id="506" r:id="rId167"/>
    <p:sldId id="803" r:id="rId168"/>
    <p:sldId id="804" r:id="rId169"/>
    <p:sldId id="791" r:id="rId170"/>
    <p:sldId id="793" r:id="rId171"/>
    <p:sldId id="794" r:id="rId172"/>
    <p:sldId id="795" r:id="rId173"/>
    <p:sldId id="616" r:id="rId174"/>
    <p:sldId id="505" r:id="rId175"/>
    <p:sldId id="513" r:id="rId176"/>
    <p:sldId id="1017" r:id="rId177"/>
    <p:sldId id="1009" r:id="rId178"/>
    <p:sldId id="1010" r:id="rId179"/>
    <p:sldId id="618" r:id="rId180"/>
    <p:sldId id="619" r:id="rId181"/>
    <p:sldId id="617" r:id="rId182"/>
    <p:sldId id="502" r:id="rId183"/>
    <p:sldId id="503" r:id="rId184"/>
    <p:sldId id="699" r:id="rId185"/>
    <p:sldId id="504" r:id="rId186"/>
    <p:sldId id="700" r:id="rId187"/>
    <p:sldId id="679" r:id="rId188"/>
    <p:sldId id="940" r:id="rId189"/>
    <p:sldId id="942" r:id="rId190"/>
    <p:sldId id="677" r:id="rId191"/>
    <p:sldId id="678" r:id="rId192"/>
    <p:sldId id="680" r:id="rId193"/>
    <p:sldId id="285" r:id="rId194"/>
    <p:sldId id="286" r:id="rId195"/>
    <p:sldId id="1810" r:id="rId196"/>
    <p:sldId id="1406" r:id="rId197"/>
    <p:sldId id="1409" r:id="rId198"/>
    <p:sldId id="1287" r:id="rId199"/>
    <p:sldId id="290" r:id="rId200"/>
    <p:sldId id="1707" r:id="rId201"/>
    <p:sldId id="1584" r:id="rId202"/>
    <p:sldId id="1461" r:id="rId203"/>
    <p:sldId id="1577" r:id="rId204"/>
    <p:sldId id="1740" r:id="rId205"/>
    <p:sldId id="1735" r:id="rId206"/>
    <p:sldId id="673" r:id="rId207"/>
    <p:sldId id="1708" r:id="rId208"/>
    <p:sldId id="1541" r:id="rId209"/>
    <p:sldId id="1741" r:id="rId210"/>
    <p:sldId id="1542" r:id="rId211"/>
    <p:sldId id="1149" r:id="rId212"/>
    <p:sldId id="1288" r:id="rId213"/>
    <p:sldId id="1464" r:id="rId214"/>
    <p:sldId id="1126" r:id="rId215"/>
    <p:sldId id="1497" r:id="rId216"/>
    <p:sldId id="379" r:id="rId217"/>
    <p:sldId id="953" r:id="rId218"/>
    <p:sldId id="373" r:id="rId219"/>
    <p:sldId id="1772" r:id="rId220"/>
    <p:sldId id="1773" r:id="rId221"/>
    <p:sldId id="1508" r:id="rId222"/>
    <p:sldId id="1509" r:id="rId223"/>
    <p:sldId id="1744" r:id="rId224"/>
    <p:sldId id="1745" r:id="rId225"/>
    <p:sldId id="1746" r:id="rId226"/>
    <p:sldId id="1747" r:id="rId227"/>
    <p:sldId id="1536" r:id="rId228"/>
    <p:sldId id="1537" r:id="rId229"/>
    <p:sldId id="1018" r:id="rId230"/>
    <p:sldId id="1019" r:id="rId231"/>
    <p:sldId id="1020" r:id="rId232"/>
    <p:sldId id="1812" r:id="rId233"/>
    <p:sldId id="1811" r:id="rId234"/>
    <p:sldId id="640" r:id="rId235"/>
    <p:sldId id="641" r:id="rId236"/>
    <p:sldId id="1474" r:id="rId237"/>
    <p:sldId id="1475" r:id="rId238"/>
    <p:sldId id="1476" r:id="rId239"/>
    <p:sldId id="1477" r:id="rId240"/>
    <p:sldId id="1478" r:id="rId241"/>
    <p:sldId id="1494" r:id="rId242"/>
    <p:sldId id="1479" r:id="rId243"/>
    <p:sldId id="1480" r:id="rId244"/>
    <p:sldId id="1481" r:id="rId245"/>
    <p:sldId id="386" r:id="rId246"/>
    <p:sldId id="1498" r:id="rId247"/>
    <p:sldId id="1776" r:id="rId248"/>
    <p:sldId id="654" r:id="rId249"/>
    <p:sldId id="397" r:id="rId250"/>
    <p:sldId id="1499" r:id="rId251"/>
    <p:sldId id="657" r:id="rId252"/>
    <p:sldId id="851" r:id="rId253"/>
    <p:sldId id="1709" r:id="rId254"/>
    <p:sldId id="1205" r:id="rId255"/>
    <p:sldId id="914" r:id="rId256"/>
    <p:sldId id="852" r:id="rId257"/>
    <p:sldId id="1245" r:id="rId258"/>
    <p:sldId id="1156" r:id="rId259"/>
    <p:sldId id="1694" r:id="rId260"/>
    <p:sldId id="1695" r:id="rId261"/>
    <p:sldId id="1696" r:id="rId262"/>
    <p:sldId id="1693" r:id="rId263"/>
    <p:sldId id="1727" r:id="rId264"/>
    <p:sldId id="1729" r:id="rId265"/>
    <p:sldId id="1728" r:id="rId266"/>
    <p:sldId id="1465" r:id="rId267"/>
    <p:sldId id="1466" r:id="rId268"/>
    <p:sldId id="1710" r:id="rId269"/>
    <p:sldId id="1395" r:id="rId270"/>
    <p:sldId id="1401" r:id="rId271"/>
    <p:sldId id="1402" r:id="rId272"/>
    <p:sldId id="1244" r:id="rId273"/>
    <p:sldId id="1285" r:id="rId274"/>
    <p:sldId id="1159" r:id="rId275"/>
    <p:sldId id="686" r:id="rId276"/>
    <p:sldId id="1207" r:id="rId277"/>
    <p:sldId id="1356" r:id="rId278"/>
    <p:sldId id="1357" r:id="rId279"/>
    <p:sldId id="1738" r:id="rId280"/>
    <p:sldId id="1585" r:id="rId281"/>
    <p:sldId id="1421" r:id="rId282"/>
    <p:sldId id="1130" r:id="rId283"/>
    <p:sldId id="1203" r:id="rId284"/>
    <p:sldId id="1263" r:id="rId285"/>
    <p:sldId id="1265" r:id="rId286"/>
    <p:sldId id="305" r:id="rId287"/>
    <p:sldId id="1266" r:id="rId288"/>
    <p:sldId id="306" r:id="rId289"/>
    <p:sldId id="308" r:id="rId290"/>
    <p:sldId id="1131" r:id="rId291"/>
    <p:sldId id="1267" r:id="rId292"/>
    <p:sldId id="1132" r:id="rId293"/>
    <p:sldId id="1268" r:id="rId294"/>
    <p:sldId id="1133" r:id="rId295"/>
    <p:sldId id="313" r:id="rId296"/>
    <p:sldId id="1204" r:id="rId297"/>
    <p:sldId id="1134" r:id="rId298"/>
    <p:sldId id="1242" r:id="rId299"/>
    <p:sldId id="1289" r:id="rId300"/>
    <p:sldId id="1135" r:id="rId301"/>
    <p:sldId id="1809" r:id="rId302"/>
    <p:sldId id="1136" r:id="rId303"/>
    <p:sldId id="1209" r:id="rId304"/>
    <p:sldId id="1269" r:id="rId305"/>
    <p:sldId id="1137" r:id="rId306"/>
    <p:sldId id="1270" r:id="rId307"/>
    <p:sldId id="1138" r:id="rId308"/>
    <p:sldId id="1139" r:id="rId309"/>
    <p:sldId id="1140" r:id="rId310"/>
    <p:sldId id="1078" r:id="rId311"/>
    <p:sldId id="1141" r:id="rId312"/>
    <p:sldId id="1142" r:id="rId313"/>
    <p:sldId id="1143" r:id="rId314"/>
    <p:sldId id="1388" r:id="rId315"/>
    <p:sldId id="1154" r:id="rId316"/>
    <p:sldId id="1144" r:id="rId317"/>
    <p:sldId id="1155" r:id="rId318"/>
    <p:sldId id="1145" r:id="rId319"/>
    <p:sldId id="1146" r:id="rId320"/>
    <p:sldId id="1147" r:id="rId321"/>
    <p:sldId id="1061" r:id="rId322"/>
    <p:sldId id="1062" r:id="rId323"/>
    <p:sldId id="1063" r:id="rId324"/>
    <p:sldId id="1253" r:id="rId325"/>
    <p:sldId id="1254" r:id="rId326"/>
    <p:sldId id="1255" r:id="rId327"/>
    <p:sldId id="1256" r:id="rId328"/>
    <p:sldId id="1500" r:id="rId329"/>
    <p:sldId id="1501" r:id="rId330"/>
    <p:sldId id="1257" r:id="rId331"/>
    <p:sldId id="1258" r:id="rId332"/>
    <p:sldId id="1259" r:id="rId333"/>
    <p:sldId id="1260" r:id="rId334"/>
    <p:sldId id="1261" r:id="rId335"/>
    <p:sldId id="1170" r:id="rId336"/>
    <p:sldId id="1064" r:id="rId337"/>
    <p:sldId id="1065" r:id="rId338"/>
    <p:sldId id="1447" r:id="rId339"/>
    <p:sldId id="1515" r:id="rId340"/>
    <p:sldId id="1516" r:id="rId341"/>
    <p:sldId id="1517" r:id="rId342"/>
    <p:sldId id="1518" r:id="rId343"/>
    <p:sldId id="1519" r:id="rId344"/>
    <p:sldId id="1392" r:id="rId345"/>
    <p:sldId id="1520" r:id="rId346"/>
    <p:sldId id="1521" r:id="rId347"/>
    <p:sldId id="1522" r:id="rId348"/>
    <p:sldId id="1633" r:id="rId349"/>
    <p:sldId id="1523" r:id="rId350"/>
    <p:sldId id="360" r:id="rId351"/>
    <p:sldId id="801" r:id="rId352"/>
    <p:sldId id="1262" r:id="rId353"/>
    <p:sldId id="362" r:id="rId354"/>
    <p:sldId id="507" r:id="rId355"/>
    <p:sldId id="591" r:id="rId356"/>
    <p:sldId id="385" r:id="rId357"/>
    <p:sldId id="1125" r:id="rId358"/>
    <p:sldId id="387" r:id="rId359"/>
    <p:sldId id="388" r:id="rId360"/>
    <p:sldId id="527" r:id="rId361"/>
    <p:sldId id="529" r:id="rId362"/>
    <p:sldId id="1737" r:id="rId363"/>
    <p:sldId id="393" r:id="rId364"/>
    <p:sldId id="395" r:id="rId365"/>
    <p:sldId id="947" r:id="rId366"/>
    <p:sldId id="1586" r:id="rId367"/>
    <p:sldId id="702" r:id="rId368"/>
    <p:sldId id="531" r:id="rId369"/>
    <p:sldId id="1362" r:id="rId370"/>
    <p:sldId id="1363" r:id="rId371"/>
    <p:sldId id="949" r:id="rId372"/>
    <p:sldId id="950" r:id="rId373"/>
    <p:sldId id="853" r:id="rId374"/>
    <p:sldId id="1102" r:id="rId375"/>
    <p:sldId id="816" r:id="rId376"/>
    <p:sldId id="414" r:id="rId377"/>
    <p:sldId id="545" r:id="rId378"/>
    <p:sldId id="533" r:id="rId379"/>
    <p:sldId id="534" r:id="rId380"/>
    <p:sldId id="542" r:id="rId381"/>
    <p:sldId id="1691" r:id="rId382"/>
    <p:sldId id="1692" r:id="rId383"/>
    <p:sldId id="543" r:id="rId384"/>
    <p:sldId id="1361" r:id="rId385"/>
    <p:sldId id="544" r:id="rId386"/>
    <p:sldId id="1295" r:id="rId387"/>
    <p:sldId id="546" r:id="rId388"/>
    <p:sldId id="522" r:id="rId389"/>
    <p:sldId id="523" r:id="rId390"/>
    <p:sldId id="809" r:id="rId391"/>
    <p:sldId id="526" r:id="rId392"/>
    <p:sldId id="1767" r:id="rId393"/>
    <p:sldId id="1387" r:id="rId394"/>
    <p:sldId id="524" r:id="rId395"/>
    <p:sldId id="548" r:id="rId396"/>
    <p:sldId id="646" r:id="rId397"/>
    <p:sldId id="647" r:id="rId398"/>
    <p:sldId id="773" r:id="rId399"/>
    <p:sldId id="772" r:id="rId400"/>
    <p:sldId id="549" r:id="rId401"/>
    <p:sldId id="550" r:id="rId402"/>
    <p:sldId id="547" r:id="rId403"/>
    <p:sldId id="515" r:id="rId404"/>
    <p:sldId id="516" r:id="rId405"/>
    <p:sldId id="517" r:id="rId406"/>
    <p:sldId id="1662" r:id="rId407"/>
    <p:sldId id="551" r:id="rId408"/>
    <p:sldId id="554" r:id="rId409"/>
    <p:sldId id="555" r:id="rId410"/>
    <p:sldId id="1386" r:id="rId411"/>
    <p:sldId id="1808" r:id="rId412"/>
    <p:sldId id="1642" r:id="rId413"/>
    <p:sldId id="558" r:id="rId414"/>
    <p:sldId id="1467" r:id="rId415"/>
    <p:sldId id="1641" r:id="rId416"/>
    <p:sldId id="1468" r:id="rId417"/>
    <p:sldId id="1622" r:id="rId418"/>
    <p:sldId id="1419" r:id="rId419"/>
    <p:sldId id="562" r:id="rId420"/>
    <p:sldId id="563" r:id="rId421"/>
    <p:sldId id="1296" r:id="rId422"/>
    <p:sldId id="1672" r:id="rId423"/>
    <p:sldId id="1732" r:id="rId424"/>
    <p:sldId id="1673" r:id="rId425"/>
    <p:sldId id="1674" r:id="rId426"/>
    <p:sldId id="1720" r:id="rId427"/>
    <p:sldId id="1721" r:id="rId428"/>
    <p:sldId id="1726" r:id="rId429"/>
    <p:sldId id="1725" r:id="rId430"/>
    <p:sldId id="1335" r:id="rId431"/>
    <p:sldId id="1336" r:id="rId432"/>
    <p:sldId id="625" r:id="rId433"/>
    <p:sldId id="1150" r:id="rId434"/>
    <p:sldId id="1711" r:id="rId435"/>
    <p:sldId id="1801" r:id="rId436"/>
    <p:sldId id="1813" r:id="rId437"/>
    <p:sldId id="1814" r:id="rId438"/>
    <p:sldId id="1240" r:id="rId439"/>
    <p:sldId id="1797" r:id="rId440"/>
    <p:sldId id="1414" r:id="rId441"/>
    <p:sldId id="1444" r:id="rId442"/>
    <p:sldId id="1779" r:id="rId443"/>
    <p:sldId id="1152" r:id="rId444"/>
    <p:sldId id="1153" r:id="rId445"/>
    <p:sldId id="436" r:id="rId446"/>
    <p:sldId id="1739" r:id="rId447"/>
    <p:sldId id="402" r:id="rId448"/>
    <p:sldId id="403" r:id="rId449"/>
    <p:sldId id="404" r:id="rId450"/>
    <p:sldId id="1075" r:id="rId451"/>
    <p:sldId id="1076" r:id="rId452"/>
    <p:sldId id="1219" r:id="rId453"/>
    <p:sldId id="1730" r:id="rId454"/>
    <p:sldId id="1758" r:id="rId455"/>
    <p:sldId id="1763" r:id="rId456"/>
    <p:sldId id="421" r:id="rId457"/>
    <p:sldId id="564" r:id="rId458"/>
    <p:sldId id="1364" r:id="rId459"/>
    <p:sldId id="826" r:id="rId460"/>
    <p:sldId id="566" r:id="rId461"/>
    <p:sldId id="1211" r:id="rId462"/>
    <p:sldId id="1430" r:id="rId463"/>
    <p:sldId id="1460" r:id="rId464"/>
    <p:sldId id="1628" r:id="rId465"/>
    <p:sldId id="1629" r:id="rId466"/>
    <p:sldId id="1630" r:id="rId467"/>
    <p:sldId id="1631" r:id="rId468"/>
    <p:sldId id="820" r:id="rId469"/>
    <p:sldId id="821" r:id="rId470"/>
    <p:sldId id="1803" r:id="rId471"/>
    <p:sldId id="1077" r:id="rId472"/>
    <p:sldId id="1177" r:id="rId473"/>
    <p:sldId id="798" r:id="rId474"/>
    <p:sldId id="1215" r:id="rId475"/>
    <p:sldId id="1798" r:id="rId476"/>
    <p:sldId id="1799" r:id="rId477"/>
    <p:sldId id="1800" r:id="rId478"/>
    <p:sldId id="1802" r:id="rId479"/>
    <p:sldId id="1427" r:id="rId480"/>
    <p:sldId id="1225" r:id="rId481"/>
    <p:sldId id="1212" r:id="rId482"/>
    <p:sldId id="1213" r:id="rId483"/>
    <p:sldId id="1216" r:id="rId484"/>
    <p:sldId id="1210" r:id="rId485"/>
    <p:sldId id="1151" r:id="rId486"/>
    <p:sldId id="1217" r:id="rId487"/>
    <p:sldId id="1226" r:id="rId488"/>
    <p:sldId id="443" r:id="rId489"/>
    <p:sldId id="445" r:id="rId490"/>
    <p:sldId id="446" r:id="rId491"/>
    <p:sldId id="1293" r:id="rId492"/>
    <p:sldId id="1403" r:id="rId493"/>
    <p:sldId id="1635" r:id="rId494"/>
    <p:sldId id="1670" r:id="rId495"/>
    <p:sldId id="1671" r:id="rId496"/>
    <p:sldId id="1619" r:id="rId497"/>
    <p:sldId id="1290" r:id="rId498"/>
    <p:sldId id="1636" r:id="rId499"/>
    <p:sldId id="1623" r:id="rId500"/>
    <p:sldId id="1294" r:id="rId501"/>
    <p:sldId id="1638" r:id="rId502"/>
    <p:sldId id="1283" r:id="rId503"/>
    <p:sldId id="1677" r:id="rId504"/>
    <p:sldId id="1676" r:id="rId505"/>
    <p:sldId id="1640" r:id="rId506"/>
    <p:sldId id="1510" r:id="rId507"/>
    <p:sldId id="1292" r:id="rId508"/>
    <p:sldId id="1688" r:id="rId509"/>
    <p:sldId id="1533" r:id="rId510"/>
    <p:sldId id="1718" r:id="rId511"/>
    <p:sldId id="1719" r:id="rId512"/>
    <p:sldId id="440" r:id="rId513"/>
    <p:sldId id="823" r:id="rId514"/>
    <p:sldId id="570" r:id="rId515"/>
    <p:sldId id="827" r:id="rId516"/>
    <p:sldId id="453" r:id="rId517"/>
    <p:sldId id="574" r:id="rId518"/>
    <p:sldId id="1528" r:id="rId519"/>
    <p:sldId id="838" r:id="rId520"/>
    <p:sldId id="839" r:id="rId521"/>
    <p:sldId id="1271" r:id="rId522"/>
    <p:sldId id="1059" r:id="rId523"/>
    <p:sldId id="1060" r:id="rId524"/>
    <p:sldId id="1639" r:id="rId525"/>
    <p:sldId id="1749" r:id="rId526"/>
    <p:sldId id="1750" r:id="rId527"/>
    <p:sldId id="1418" r:id="rId528"/>
    <p:sldId id="1558" r:id="rId529"/>
    <p:sldId id="1751" r:id="rId530"/>
    <p:sldId id="1605" r:id="rId531"/>
    <p:sldId id="1615" r:id="rId532"/>
    <p:sldId id="1602" r:id="rId533"/>
    <p:sldId id="1616" r:id="rId534"/>
    <p:sldId id="1618" r:id="rId535"/>
    <p:sldId id="1731" r:id="rId536"/>
    <p:sldId id="576" r:id="rId537"/>
    <p:sldId id="824" r:id="rId538"/>
    <p:sldId id="577" r:id="rId539"/>
    <p:sldId id="935" r:id="rId540"/>
    <p:sldId id="371" r:id="rId541"/>
    <p:sldId id="575" r:id="rId542"/>
    <p:sldId id="1426" r:id="rId543"/>
    <p:sldId id="1165" r:id="rId544"/>
    <p:sldId id="1166" r:id="rId545"/>
    <p:sldId id="937" r:id="rId546"/>
    <p:sldId id="894" r:id="rId547"/>
    <p:sldId id="532" r:id="rId548"/>
    <p:sldId id="1167" r:id="rId549"/>
    <p:sldId id="1168" r:id="rId550"/>
    <p:sldId id="587" r:id="rId551"/>
    <p:sldId id="675" r:id="rId552"/>
    <p:sldId id="588" r:id="rId553"/>
    <p:sldId id="997" r:id="rId554"/>
    <p:sldId id="1768" r:id="rId555"/>
    <p:sldId id="856" r:id="rId556"/>
    <p:sldId id="857" r:id="rId557"/>
    <p:sldId id="1600" r:id="rId558"/>
    <p:sldId id="1697" r:id="rId559"/>
    <p:sldId id="1646" r:id="rId560"/>
    <p:sldId id="1645" r:id="rId561"/>
    <p:sldId id="1620" r:id="rId562"/>
    <p:sldId id="1621" r:id="rId563"/>
    <p:sldId id="1612" r:id="rId564"/>
    <p:sldId id="1613" r:id="rId565"/>
    <p:sldId id="1611" r:id="rId566"/>
    <p:sldId id="1609" r:id="rId567"/>
    <p:sldId id="1637" r:id="rId568"/>
    <p:sldId id="1654" r:id="rId569"/>
    <p:sldId id="1634" r:id="rId570"/>
    <p:sldId id="706" r:id="rId571"/>
    <p:sldId id="589" r:id="rId572"/>
    <p:sldId id="998" r:id="rId573"/>
    <p:sldId id="707" r:id="rId574"/>
    <p:sldId id="815" r:id="rId575"/>
    <p:sldId id="1410" r:id="rId576"/>
    <p:sldId id="979" r:id="rId577"/>
    <p:sldId id="982" r:id="rId578"/>
    <p:sldId id="983" r:id="rId579"/>
    <p:sldId id="975" r:id="rId580"/>
    <p:sldId id="708" r:id="rId581"/>
    <p:sldId id="593" r:id="rId582"/>
    <p:sldId id="709" r:id="rId583"/>
    <p:sldId id="594" r:id="rId584"/>
    <p:sldId id="1690" r:id="rId585"/>
    <p:sldId id="710" r:id="rId586"/>
    <p:sldId id="1547" r:id="rId587"/>
    <p:sldId id="607" r:id="rId588"/>
    <p:sldId id="336" r:id="rId589"/>
    <p:sldId id="337" r:id="rId590"/>
    <p:sldId id="748" r:id="rId591"/>
    <p:sldId id="1034" r:id="rId592"/>
    <p:sldId id="508" r:id="rId593"/>
    <p:sldId id="622" r:id="rId594"/>
    <p:sldId id="1194" r:id="rId595"/>
    <p:sldId id="989" r:id="rId596"/>
    <p:sldId id="1228" r:id="rId597"/>
    <p:sldId id="987" r:id="rId598"/>
    <p:sldId id="623" r:id="rId599"/>
    <p:sldId id="1035" r:id="rId600"/>
    <p:sldId id="1514" r:id="rId601"/>
    <p:sldId id="1607" r:id="rId602"/>
    <p:sldId id="1608" r:id="rId603"/>
    <p:sldId id="1196" r:id="rId604"/>
    <p:sldId id="990" r:id="rId605"/>
    <p:sldId id="991" r:id="rId606"/>
    <p:sldId id="1224" r:id="rId607"/>
    <p:sldId id="627" r:id="rId608"/>
    <p:sldId id="628" r:id="rId609"/>
    <p:sldId id="1036" r:id="rId610"/>
    <p:sldId id="626" r:id="rId611"/>
    <p:sldId id="992" r:id="rId612"/>
    <p:sldId id="1682" r:id="rId613"/>
    <p:sldId id="1683" r:id="rId614"/>
    <p:sldId id="1037" r:id="rId615"/>
    <p:sldId id="629" r:id="rId616"/>
    <p:sldId id="1274" r:id="rId617"/>
    <p:sldId id="1038" r:id="rId618"/>
    <p:sldId id="630" r:id="rId619"/>
    <p:sldId id="1039" r:id="rId620"/>
    <p:sldId id="1082" r:id="rId621"/>
    <p:sldId id="1197" r:id="rId622"/>
    <p:sldId id="818" r:id="rId623"/>
    <p:sldId id="1081" r:id="rId624"/>
    <p:sldId id="1712" r:id="rId625"/>
    <p:sldId id="1678" r:id="rId626"/>
    <p:sldId id="993" r:id="rId627"/>
    <p:sldId id="1083" r:id="rId628"/>
    <p:sldId id="1198" r:id="rId629"/>
    <p:sldId id="913" r:id="rId630"/>
    <p:sldId id="1085" r:id="rId631"/>
    <p:sldId id="1681" r:id="rId632"/>
    <p:sldId id="1679" r:id="rId633"/>
    <p:sldId id="994" r:id="rId634"/>
    <p:sldId id="1548" r:id="rId635"/>
    <p:sldId id="1272" r:id="rId636"/>
    <p:sldId id="1538" r:id="rId637"/>
    <p:sldId id="1084" r:id="rId638"/>
    <p:sldId id="751" r:id="rId639"/>
    <p:sldId id="1781" r:id="rId640"/>
    <p:sldId id="1632" r:id="rId641"/>
    <p:sldId id="1530" r:id="rId642"/>
    <p:sldId id="1753" r:id="rId643"/>
    <p:sldId id="1754" r:id="rId644"/>
    <p:sldId id="1755" r:id="rId645"/>
    <p:sldId id="1756" r:id="rId646"/>
    <p:sldId id="1757" r:id="rId647"/>
    <p:sldId id="1529" r:id="rId648"/>
    <p:sldId id="1601" r:id="rId649"/>
    <p:sldId id="1689" r:id="rId650"/>
    <p:sldId id="1666" r:id="rId651"/>
    <p:sldId id="1625" r:id="rId652"/>
    <p:sldId id="1653" r:id="rId653"/>
    <p:sldId id="1644" r:id="rId654"/>
    <p:sldId id="1626" r:id="rId655"/>
    <p:sldId id="1698" r:id="rId656"/>
    <p:sldId id="1531" r:id="rId657"/>
    <p:sldId id="1532" r:id="rId658"/>
    <p:sldId id="1539" r:id="rId659"/>
    <p:sldId id="1724" r:id="rId660"/>
    <p:sldId id="352" r:id="rId661"/>
    <p:sldId id="1275" r:id="rId662"/>
    <p:sldId id="1606" r:id="rId663"/>
    <p:sldId id="633" r:id="rId664"/>
    <p:sldId id="521" r:id="rId665"/>
    <p:sldId id="1337" r:id="rId666"/>
    <p:sldId id="1669" r:id="rId667"/>
    <p:sldId id="1667" r:id="rId668"/>
    <p:sldId id="1668" r:id="rId669"/>
    <p:sldId id="1717" r:id="rId670"/>
    <p:sldId id="1610" r:id="rId671"/>
    <p:sldId id="1649" r:id="rId672"/>
    <p:sldId id="1685" r:id="rId673"/>
    <p:sldId id="1687" r:id="rId674"/>
    <p:sldId id="1686" r:id="rId675"/>
    <p:sldId id="1617" r:id="rId676"/>
    <p:sldId id="1160" r:id="rId677"/>
    <p:sldId id="1701" r:id="rId678"/>
    <p:sldId id="1651" r:id="rId679"/>
    <p:sldId id="1652" r:id="rId680"/>
    <p:sldId id="1340" r:id="rId681"/>
    <p:sldId id="1352" r:id="rId682"/>
    <p:sldId id="1650" r:id="rId683"/>
    <p:sldId id="1594" r:id="rId684"/>
    <p:sldId id="1604" r:id="rId685"/>
    <p:sldId id="1643" r:id="rId686"/>
    <p:sldId id="1595" r:id="rId687"/>
    <p:sldId id="1597" r:id="rId688"/>
    <p:sldId id="1599" r:id="rId689"/>
    <p:sldId id="1596" r:id="rId690"/>
    <p:sldId id="1603" r:id="rId691"/>
    <p:sldId id="368" r:id="rId692"/>
    <p:sldId id="636" r:id="rId693"/>
    <p:sldId id="663" r:id="rId694"/>
    <p:sldId id="664" r:id="rId695"/>
    <p:sldId id="637" r:id="rId696"/>
    <p:sldId id="638" r:id="rId697"/>
    <p:sldId id="712" r:id="rId698"/>
    <p:sldId id="713" r:id="rId699"/>
    <p:sldId id="714" r:id="rId700"/>
    <p:sldId id="836" r:id="rId701"/>
    <p:sldId id="837" r:id="rId702"/>
    <p:sldId id="342" r:id="rId703"/>
    <p:sldId id="1067" r:id="rId704"/>
    <p:sldId id="1473" r:id="rId705"/>
    <p:sldId id="1343" r:id="rId706"/>
    <p:sldId id="1068" r:id="rId707"/>
    <p:sldId id="727" r:id="rId708"/>
    <p:sldId id="1512" r:id="rId709"/>
    <p:sldId id="728" r:id="rId710"/>
    <p:sldId id="1513" r:id="rId711"/>
    <p:sldId id="781" r:id="rId712"/>
    <p:sldId id="1007" r:id="rId713"/>
    <p:sldId id="730" r:id="rId714"/>
    <p:sldId id="1264" r:id="rId715"/>
    <p:sldId id="1448" r:id="rId716"/>
    <p:sldId id="1449" r:id="rId717"/>
    <p:sldId id="1450" r:id="rId718"/>
    <p:sldId id="1157" r:id="rId719"/>
    <p:sldId id="1158" r:id="rId720"/>
    <p:sldId id="775" r:id="rId721"/>
    <p:sldId id="354" r:id="rId722"/>
    <p:sldId id="735" r:id="rId723"/>
    <p:sldId id="738" r:id="rId724"/>
    <p:sldId id="774" r:id="rId725"/>
    <p:sldId id="1549" r:id="rId726"/>
    <p:sldId id="1550" r:id="rId727"/>
    <p:sldId id="737" r:id="rId728"/>
    <p:sldId id="740" r:id="rId729"/>
    <p:sldId id="683" r:id="rId730"/>
    <p:sldId id="684" r:id="rId731"/>
    <p:sldId id="682" r:id="rId732"/>
    <p:sldId id="1405" r:id="rId733"/>
    <p:sldId id="1434" r:id="rId734"/>
    <p:sldId id="1432" r:id="rId735"/>
    <p:sldId id="1385" r:id="rId736"/>
    <p:sldId id="1433" r:id="rId737"/>
    <p:sldId id="1438" r:id="rId738"/>
    <p:sldId id="1439" r:id="rId739"/>
    <p:sldId id="1440" r:id="rId740"/>
    <p:sldId id="1431" r:id="rId741"/>
    <p:sldId id="1436" r:id="rId742"/>
    <p:sldId id="968" r:id="rId743"/>
    <p:sldId id="969" r:id="rId744"/>
    <p:sldId id="609" r:id="rId745"/>
    <p:sldId id="610" r:id="rId746"/>
    <p:sldId id="703" r:id="rId747"/>
    <p:sldId id="611" r:id="rId748"/>
    <p:sldId id="612" r:id="rId749"/>
    <p:sldId id="704" r:id="rId750"/>
    <p:sldId id="613" r:id="rId751"/>
    <p:sldId id="705" r:id="rId752"/>
    <p:sldId id="614" r:id="rId753"/>
    <p:sldId id="1045" r:id="rId754"/>
    <p:sldId id="1382" r:id="rId755"/>
    <p:sldId id="1492" r:id="rId756"/>
    <p:sldId id="1748" r:id="rId757"/>
    <p:sldId id="1723" r:id="rId758"/>
    <p:sldId id="986" r:id="rId759"/>
    <p:sldId id="427" r:id="rId760"/>
    <p:sldId id="689" r:id="rId761"/>
    <p:sldId id="731" r:id="rId762"/>
    <p:sldId id="732" r:id="rId763"/>
    <p:sldId id="758" r:id="rId764"/>
    <p:sldId id="759" r:id="rId765"/>
    <p:sldId id="1417" r:id="rId766"/>
    <p:sldId id="916" r:id="rId767"/>
    <p:sldId id="917" r:id="rId768"/>
    <p:sldId id="840" r:id="rId769"/>
    <p:sldId id="841" r:id="rId770"/>
    <p:sldId id="939" r:id="rId771"/>
    <p:sldId id="766" r:id="rId772"/>
    <p:sldId id="767" r:id="rId773"/>
    <p:sldId id="776" r:id="rId774"/>
    <p:sldId id="752" r:id="rId775"/>
    <p:sldId id="753" r:id="rId776"/>
    <p:sldId id="764" r:id="rId777"/>
    <p:sldId id="1507" r:id="rId778"/>
    <p:sldId id="765" r:id="rId779"/>
    <p:sldId id="1472" r:id="rId780"/>
    <p:sldId id="874" r:id="rId781"/>
    <p:sldId id="946" r:id="rId782"/>
    <p:sldId id="943" r:id="rId783"/>
    <p:sldId id="755" r:id="rId784"/>
    <p:sldId id="754" r:id="rId785"/>
    <p:sldId id="670" r:id="rId786"/>
    <p:sldId id="1347" r:id="rId787"/>
    <p:sldId id="777" r:id="rId788"/>
    <p:sldId id="762" r:id="rId789"/>
    <p:sldId id="763" r:id="rId790"/>
    <p:sldId id="769" r:id="rId791"/>
    <p:sldId id="1398" r:id="rId792"/>
    <p:sldId id="770" r:id="rId793"/>
    <p:sldId id="873" r:id="rId794"/>
    <p:sldId id="1527" r:id="rId795"/>
    <p:sldId id="1664" r:id="rId796"/>
    <p:sldId id="1713" r:id="rId797"/>
    <p:sldId id="1804" r:id="rId798"/>
    <p:sldId id="1714" r:id="rId799"/>
    <p:sldId id="875" r:id="rId800"/>
    <p:sldId id="1469" r:id="rId801"/>
    <p:sldId id="1556" r:id="rId802"/>
    <p:sldId id="1412" r:id="rId803"/>
    <p:sldId id="583" r:id="rId804"/>
    <p:sldId id="584" r:id="rId805"/>
    <p:sldId id="585" r:id="rId806"/>
    <p:sldId id="1069" r:id="rId807"/>
    <p:sldId id="1442" r:id="rId808"/>
    <p:sldId id="1790" r:id="rId809"/>
    <p:sldId id="1743" r:id="rId810"/>
    <p:sldId id="1742" r:id="rId811"/>
    <p:sldId id="1777" r:id="rId812"/>
    <p:sldId id="1778" r:id="rId813"/>
    <p:sldId id="1715" r:id="rId814"/>
    <p:sldId id="1716" r:id="rId815"/>
    <p:sldId id="1770" r:id="rId816"/>
    <p:sldId id="1771" r:id="rId817"/>
    <p:sldId id="1785" r:id="rId818"/>
    <p:sldId id="1786" r:id="rId819"/>
    <p:sldId id="1784" r:id="rId820"/>
    <p:sldId id="1792" r:id="rId821"/>
    <p:sldId id="1789" r:id="rId822"/>
    <p:sldId id="1788" r:id="rId823"/>
    <p:sldId id="1787" r:id="rId824"/>
    <p:sldId id="1791" r:id="rId825"/>
    <p:sldId id="1793" r:id="rId826"/>
    <p:sldId id="1794" r:id="rId827"/>
    <p:sldId id="1795" r:id="rId828"/>
    <p:sldId id="1796" r:id="rId829"/>
    <p:sldId id="952" r:id="rId830"/>
    <p:sldId id="1555" r:id="rId831"/>
    <p:sldId id="1554" r:id="rId832"/>
    <p:sldId id="1348" r:id="rId833"/>
    <p:sldId id="1524" r:id="rId834"/>
    <p:sldId id="1349" r:id="rId835"/>
    <p:sldId id="1396" r:id="rId836"/>
    <p:sldId id="1397" r:id="rId837"/>
    <p:sldId id="1350" r:id="rId838"/>
    <p:sldId id="761" r:id="rId839"/>
    <p:sldId id="1780" r:id="rId840"/>
    <p:sldId id="1404" r:id="rId841"/>
    <p:sldId id="861" r:id="rId842"/>
    <p:sldId id="862" r:id="rId843"/>
    <p:sldId id="756" r:id="rId844"/>
    <p:sldId id="1506" r:id="rId845"/>
    <p:sldId id="771" r:id="rId846"/>
    <p:sldId id="876" r:id="rId847"/>
    <p:sldId id="1471" r:id="rId848"/>
    <p:sldId id="1393" r:id="rId849"/>
    <p:sldId id="1389" r:id="rId850"/>
    <p:sldId id="1457" r:id="rId851"/>
    <p:sldId id="1458" r:id="rId852"/>
    <p:sldId id="1459" r:id="rId853"/>
    <p:sldId id="1505" r:id="rId854"/>
    <p:sldId id="1428" r:id="rId855"/>
    <p:sldId id="1665" r:id="rId856"/>
    <p:sldId id="778" r:id="rId857"/>
    <p:sldId id="779" r:id="rId858"/>
    <p:sldId id="834" r:id="rId859"/>
    <p:sldId id="780" r:id="rId860"/>
    <p:sldId id="833" r:id="rId861"/>
    <p:sldId id="783" r:id="rId862"/>
    <p:sldId id="880" r:id="rId863"/>
    <p:sldId id="1769" r:id="rId864"/>
    <p:sldId id="881" r:id="rId865"/>
    <p:sldId id="879" r:id="rId866"/>
    <p:sldId id="866" r:id="rId867"/>
    <p:sldId id="1341" r:id="rId868"/>
    <p:sldId id="1390" r:id="rId869"/>
    <p:sldId id="1774" r:id="rId870"/>
    <p:sldId id="1775" r:id="rId871"/>
    <p:sldId id="1391" r:id="rId872"/>
    <p:sldId id="878" r:id="rId873"/>
    <p:sldId id="867" r:id="rId874"/>
    <p:sldId id="868" r:id="rId875"/>
    <p:sldId id="870" r:id="rId876"/>
    <p:sldId id="1241" r:id="rId877"/>
    <p:sldId id="1411" r:id="rId878"/>
    <p:sldId id="869" r:id="rId879"/>
    <p:sldId id="1342" r:id="rId880"/>
    <p:sldId id="1817" r:id="rId881"/>
    <p:sldId id="1367" r:id="rId882"/>
    <p:sldId id="1377" r:id="rId883"/>
    <p:sldId id="1379" r:id="rId884"/>
    <p:sldId id="1368" r:id="rId885"/>
    <p:sldId id="1369" r:id="rId886"/>
    <p:sldId id="1380" r:id="rId887"/>
    <p:sldId id="1381" r:id="rId888"/>
    <p:sldId id="1370" r:id="rId889"/>
    <p:sldId id="1371" r:id="rId890"/>
    <p:sldId id="1372" r:id="rId891"/>
    <p:sldId id="1373" r:id="rId892"/>
    <p:sldId id="1374" r:id="rId893"/>
    <p:sldId id="1375" r:id="rId894"/>
    <p:sldId id="1033" r:id="rId895"/>
    <p:sldId id="1021" r:id="rId896"/>
    <p:sldId id="1022" r:id="rId897"/>
    <p:sldId id="1023" r:id="rId898"/>
    <p:sldId id="1024" r:id="rId899"/>
    <p:sldId id="1025" r:id="rId900"/>
    <p:sldId id="1027" r:id="rId901"/>
    <p:sldId id="1028" r:id="rId902"/>
    <p:sldId id="1029" r:id="rId903"/>
    <p:sldId id="1030" r:id="rId904"/>
    <p:sldId id="1032" r:id="rId905"/>
    <p:sldId id="1031" r:id="rId906"/>
    <p:sldId id="1526" r:id="rId907"/>
    <p:sldId id="885" r:id="rId908"/>
    <p:sldId id="1074" r:id="rId909"/>
    <p:sldId id="976" r:id="rId910"/>
    <p:sldId id="933" r:id="rId911"/>
    <p:sldId id="954" r:id="rId912"/>
    <p:sldId id="788" r:id="rId913"/>
    <p:sldId id="1502" r:id="rId914"/>
    <p:sldId id="1456" r:id="rId915"/>
    <p:sldId id="1489" r:id="rId916"/>
    <p:sldId id="1503" r:id="rId917"/>
    <p:sldId id="1493" r:id="rId918"/>
    <p:sldId id="1495" r:id="rId919"/>
    <p:sldId id="1511" r:id="rId920"/>
    <p:sldId id="1504" r:id="rId921"/>
    <p:sldId id="1557" r:id="rId922"/>
    <p:sldId id="1736" r:id="rId923"/>
    <p:sldId id="1752" r:id="rId924"/>
    <p:sldId id="1782" r:id="rId925"/>
    <p:sldId id="1783" r:id="rId926"/>
    <p:sldId id="1815" r:id="rId9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B212AA"/>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slide" Target="slides/slide924.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929" Type="http://schemas.openxmlformats.org/officeDocument/2006/relationships/commentAuthors" Target="commentAuthors.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931" Type="http://schemas.openxmlformats.org/officeDocument/2006/relationships/viewProps" Target="viewProps.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slide" Target="slides/slide923.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notesMaster" Target="notesMasters/notesMaster1.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930" Type="http://schemas.openxmlformats.org/officeDocument/2006/relationships/presProps" Target="presProps.xml"/><Relationship Id="rId155" Type="http://schemas.openxmlformats.org/officeDocument/2006/relationships/slide" Target="slides/slide154.xml"/><Relationship Id="rId362" Type="http://schemas.openxmlformats.org/officeDocument/2006/relationships/slide" Target="slides/slide361.xml"/><Relationship Id="rId222" Type="http://schemas.openxmlformats.org/officeDocument/2006/relationships/slide" Target="slides/slide221.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932" Type="http://schemas.openxmlformats.org/officeDocument/2006/relationships/theme" Target="theme/theme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slide" Target="slides/slide922.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slide" Target="slides/slide926.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933" Type="http://schemas.openxmlformats.org/officeDocument/2006/relationships/tableStyles" Target="tableStyles.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slide" Target="slides/slide925.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 Id="rId197" Type="http://schemas.openxmlformats.org/officeDocument/2006/relationships/slide" Target="slides/slide196.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64" Type="http://schemas.openxmlformats.org/officeDocument/2006/relationships/slide" Target="slides/slide263.xml"/><Relationship Id="rId471" Type="http://schemas.openxmlformats.org/officeDocument/2006/relationships/slide" Target="slides/slide4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01-10-2026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104</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132</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144</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254</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285</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291</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293</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302</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304</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306</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315</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317</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372</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382</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405</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429</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460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509</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510</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511</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586</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587</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597</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610</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611</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634</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656</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657</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658</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664</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734</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735</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736</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837</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865</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10/1/2026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10/1/2026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10/1/2026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10/1/2026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9.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11.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5.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C0D76AA-821C-7C2F-A913-3AC8F11A973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5FCD554-1BA3-6F61-8C4A-0D37A8D04861}"/>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44AF3BA3-93FA-0CA3-8FBC-F1C5FE644971}"/>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sp>
        <p:nvSpPr>
          <p:cNvPr id="16" name="TextBox 15">
            <a:extLst>
              <a:ext uri="{FF2B5EF4-FFF2-40B4-BE49-F238E27FC236}">
                <a16:creationId xmlns:a16="http://schemas.microsoft.com/office/drawing/2014/main" id="{B988F5C9-A3E2-0020-D879-54E98AC70CF8}"/>
              </a:ext>
            </a:extLst>
          </p:cNvPr>
          <p:cNvSpPr txBox="1"/>
          <p:nvPr/>
        </p:nvSpPr>
        <p:spPr>
          <a:xfrm>
            <a:off x="767408" y="1714631"/>
            <a:ext cx="10945216" cy="2677656"/>
          </a:xfrm>
          <a:prstGeom prst="rect">
            <a:avLst/>
          </a:prstGeom>
          <a:noFill/>
        </p:spPr>
        <p:txBody>
          <a:bodyPr wrap="square">
            <a:spAutoFit/>
          </a:bodyPr>
          <a:lstStyle/>
          <a:p>
            <a:pPr marL="342900" indent="-342900">
              <a:buFont typeface="Arial" panose="020B0604020202020204" pitchFamily="34" charset="0"/>
              <a:buChar char="•"/>
            </a:pPr>
            <a:r>
              <a:rPr lang="en-IN" sz="2800" b="1" dirty="0">
                <a:solidFill>
                  <a:srgbClr val="0070C0"/>
                </a:solidFill>
              </a:rPr>
              <a:t>Confidence = “I believe I can.” </a:t>
            </a:r>
            <a:r>
              <a:rPr lang="en-IN" sz="2800" b="1" dirty="0">
                <a:solidFill>
                  <a:schemeClr val="tx1">
                    <a:lumMod val="65000"/>
                    <a:lumOff val="35000"/>
                  </a:schemeClr>
                </a:solidFill>
              </a:rPr>
              <a:t>(Comes with self-belief)</a:t>
            </a:r>
          </a:p>
          <a:p>
            <a:pPr marL="342900" indent="-342900">
              <a:buFont typeface="Arial" panose="020B0604020202020204" pitchFamily="34" charset="0"/>
              <a:buChar char="•"/>
            </a:pPr>
            <a:endParaRPr lang="en-IN" sz="2800" b="1" dirty="0">
              <a:solidFill>
                <a:schemeClr val="tx1">
                  <a:lumMod val="65000"/>
                  <a:lumOff val="35000"/>
                </a:schemeClr>
              </a:solidFill>
            </a:endParaRPr>
          </a:p>
          <a:p>
            <a:pPr marL="342900" indent="-342900">
              <a:buFont typeface="Arial" panose="020B0604020202020204" pitchFamily="34" charset="0"/>
              <a:buChar char="•"/>
            </a:pPr>
            <a:r>
              <a:rPr lang="en-IN" sz="2800" b="1" dirty="0">
                <a:solidFill>
                  <a:srgbClr val="0070C0"/>
                </a:solidFill>
              </a:rPr>
              <a:t>Overconfidence = “I believe I cannot fail.”</a:t>
            </a:r>
          </a:p>
          <a:p>
            <a:pPr marL="342900" indent="-342900">
              <a:buFont typeface="Arial" panose="020B0604020202020204" pitchFamily="34" charset="0"/>
              <a:buChar char="•"/>
            </a:pPr>
            <a:endParaRPr lang="en-IN" sz="2800" b="1" dirty="0">
              <a:solidFill>
                <a:srgbClr val="0070C0"/>
              </a:solidFill>
            </a:endParaRPr>
          </a:p>
          <a:p>
            <a:pPr marL="342900" indent="-342900">
              <a:buFont typeface="Arial" panose="020B0604020202020204" pitchFamily="34" charset="0"/>
              <a:buChar char="•"/>
            </a:pPr>
            <a:r>
              <a:rPr lang="en-IN" sz="2800" b="1" dirty="0">
                <a:solidFill>
                  <a:srgbClr val="0070C0"/>
                </a:solidFill>
              </a:rPr>
              <a:t>Arrogance = “I believe I am better than you.” </a:t>
            </a:r>
            <a:r>
              <a:rPr lang="en-IN" sz="2800" b="1" dirty="0">
                <a:solidFill>
                  <a:schemeClr val="tx1">
                    <a:lumMod val="65000"/>
                    <a:lumOff val="35000"/>
                  </a:schemeClr>
                </a:solidFill>
              </a:rPr>
              <a:t>(Comes with ego)</a:t>
            </a:r>
          </a:p>
        </p:txBody>
      </p:sp>
    </p:spTree>
    <p:extLst>
      <p:ext uri="{BB962C8B-B14F-4D97-AF65-F5344CB8AC3E}">
        <p14:creationId xmlns:p14="http://schemas.microsoft.com/office/powerpoint/2010/main" val="34306460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87798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Case-insensitive  / Depends on collation (Collation defines how text (characters) are compared and sorted in a database.)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235459" y="5317757"/>
            <a:ext cx="9721081"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263352" y="701998"/>
            <a:ext cx="11737304" cy="3539430"/>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b="1" dirty="0">
                <a:latin typeface="Gill Sans MT (Body)"/>
              </a:rPr>
              <a:t>U</a:t>
            </a:r>
            <a:r>
              <a:rPr lang="en-US" sz="2000" dirty="0">
                <a:latin typeface="Gill Sans MT (Body)"/>
              </a:rPr>
              <a:t>I</a:t>
            </a:r>
            <a:r>
              <a:rPr lang="en-IN" sz="2000" dirty="0">
                <a:latin typeface="Gill Sans MT (Body)"/>
              </a:rPr>
              <a:t> ] </a:t>
            </a:r>
          </a:p>
          <a:p>
            <a:pPr marL="342900" indent="-342900">
              <a:buFont typeface="Arial" panose="020B0604020202020204" pitchFamily="34" charset="0"/>
              <a:buChar char="•"/>
            </a:pPr>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a:t>
            </a:r>
            <a:r>
              <a:rPr lang="en-IN" sz="2000" b="1" dirty="0">
                <a:latin typeface="Gill Sans MT (Body)"/>
              </a:rPr>
              <a:t>Server Application</a:t>
            </a:r>
            <a:r>
              <a:rPr lang="en-IN" sz="2000" dirty="0">
                <a:latin typeface="Gill Sans MT (Body)"/>
              </a:rPr>
              <a:t> and </a:t>
            </a:r>
            <a:r>
              <a:rPr lang="en-IN" sz="2000" b="1" dirty="0">
                <a:latin typeface="Gill Sans MT (Body)"/>
              </a:rPr>
              <a:t>Client Application </a:t>
            </a:r>
            <a:r>
              <a:rPr lang="en-IN" sz="2000" dirty="0">
                <a:latin typeface="Gill Sans MT (Body)"/>
              </a:rPr>
              <a:t>] </a:t>
            </a:r>
          </a:p>
          <a:p>
            <a:pPr marL="1166813" lvl="1" indent="-457200">
              <a:buFont typeface="+mj-lt"/>
              <a:buAutoNum type="arabicPeriod"/>
            </a:pPr>
            <a:r>
              <a:rPr lang="en-US" sz="2000" dirty="0">
                <a:latin typeface="Gill Sans MT (Body)"/>
                <a:cs typeface="Arial" pitchFamily="34" charset="0"/>
              </a:rPr>
              <a:t>A Server Application is a software application that runs on a server and provides services to other applications.</a:t>
            </a:r>
          </a:p>
          <a:p>
            <a:pPr marL="1166813" lvl="1" indent="-457200">
              <a:buFont typeface="+mj-lt"/>
              <a:buAutoNum type="arabicPeriod"/>
            </a:pPr>
            <a:r>
              <a:rPr lang="en-US" sz="2000" dirty="0">
                <a:latin typeface="Gill Sans MT (Body)"/>
                <a:cs typeface="Arial" pitchFamily="34" charset="0"/>
              </a:rPr>
              <a:t>A Client Application is a software application that runs on the user's device and allows the user to interact with a server or service.</a:t>
            </a:r>
          </a:p>
          <a:p>
            <a:pPr marL="0" lvl="1"/>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200" dirty="0">
                <a:latin typeface="Gill Sans MT (Body)"/>
              </a:rPr>
              <a:t>{ Flat Files </a:t>
            </a:r>
            <a:r>
              <a:rPr lang="en-IN" sz="2200" dirty="0">
                <a:solidFill>
                  <a:schemeClr val="bg1">
                    <a:lumMod val="50000"/>
                  </a:schemeClr>
                </a:solidFill>
                <a:latin typeface="Gill Sans MT (Body)"/>
              </a:rPr>
              <a:t>|</a:t>
            </a:r>
            <a:r>
              <a:rPr lang="en-IN" sz="2200" dirty="0">
                <a:latin typeface="Gill Sans MT (Body)"/>
              </a:rPr>
              <a:t> RDBMS </a:t>
            </a:r>
            <a:r>
              <a:rPr lang="en-IN" sz="2200" dirty="0">
                <a:solidFill>
                  <a:schemeClr val="bg1">
                    <a:lumMod val="50000"/>
                  </a:schemeClr>
                </a:solidFill>
                <a:latin typeface="Gill Sans MT (Body)"/>
              </a:rPr>
              <a:t>|</a:t>
            </a:r>
            <a:r>
              <a:rPr lang="en-IN" sz="2200" dirty="0">
                <a:latin typeface="Gill Sans MT (Body)"/>
              </a:rPr>
              <a:t> NoSQL</a:t>
            </a:r>
            <a:r>
              <a:rPr lang="en-US" sz="22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4462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336" y="4518687"/>
            <a:ext cx="3310492" cy="17258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514131" y="4521118"/>
            <a:ext cx="4677869" cy="1432217"/>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4005565" y="4509120"/>
            <a:ext cx="2950656" cy="2037588"/>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07D0-AB11-FE9A-891C-2E7922E875D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D60524F-DCDF-9092-40A4-09FE1B55E10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C43B544-031C-80E2-D259-0312040B671F}"/>
              </a:ext>
            </a:extLst>
          </p:cNvPr>
          <p:cNvSpPr txBox="1"/>
          <p:nvPr/>
        </p:nvSpPr>
        <p:spPr>
          <a:xfrm>
            <a:off x="371364" y="1052736"/>
            <a:ext cx="11449272" cy="4196020"/>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1. SELECT * unnecessarily</a:t>
            </a:r>
          </a:p>
          <a:p>
            <a:pPr>
              <a:lnSpc>
                <a:spcPct val="150000"/>
              </a:lnSpc>
            </a:pPr>
            <a:r>
              <a:rPr lang="en-US" b="1" i="1" dirty="0">
                <a:latin typeface="Arial" panose="020B0604020202020204" pitchFamily="34" charset="0"/>
                <a:cs typeface="Arial" panose="020B0604020202020204" pitchFamily="34" charset="0"/>
              </a:rPr>
              <a:t>2. Functions on indexed columns in WHERE</a:t>
            </a:r>
          </a:p>
          <a:p>
            <a:pPr>
              <a:lnSpc>
                <a:spcPct val="150000"/>
              </a:lnSpc>
            </a:pPr>
            <a:r>
              <a:rPr lang="en-US" b="1" i="1" dirty="0">
                <a:latin typeface="Arial" panose="020B0604020202020204" pitchFamily="34" charset="0"/>
                <a:cs typeface="Arial" panose="020B0604020202020204" pitchFamily="34" charset="0"/>
              </a:rPr>
              <a:t>   e.g. WHERE YEAR(</a:t>
            </a:r>
            <a:r>
              <a:rPr lang="en-US" b="1" i="1" dirty="0" err="1">
                <a:latin typeface="Arial" panose="020B0604020202020204" pitchFamily="34" charset="0"/>
                <a:cs typeface="Arial" panose="020B0604020202020204" pitchFamily="34" charset="0"/>
              </a:rPr>
              <a:t>join_date</a:t>
            </a:r>
            <a:r>
              <a:rPr lang="en-US" b="1" i="1" dirty="0">
                <a:latin typeface="Arial" panose="020B0604020202020204" pitchFamily="34" charset="0"/>
                <a:cs typeface="Arial" panose="020B0604020202020204" pitchFamily="34" charset="0"/>
              </a:rPr>
              <a:t>) = 2026;</a:t>
            </a:r>
          </a:p>
          <a:p>
            <a:pPr>
              <a:lnSpc>
                <a:spcPct val="150000"/>
              </a:lnSpc>
            </a:pPr>
            <a:r>
              <a:rPr lang="en-US" b="1" i="1" dirty="0">
                <a:latin typeface="Arial" panose="020B0604020202020204" pitchFamily="34" charset="0"/>
                <a:cs typeface="Arial" panose="020B0604020202020204" pitchFamily="34" charset="0"/>
              </a:rPr>
              <a:t>3. Leading wildcard with LIKE in WHERE</a:t>
            </a:r>
          </a:p>
          <a:p>
            <a:pPr>
              <a:lnSpc>
                <a:spcPct val="150000"/>
              </a:lnSpc>
            </a:pPr>
            <a:r>
              <a:rPr lang="en-US" b="1" i="1" dirty="0">
                <a:latin typeface="Arial" panose="020B0604020202020204" pitchFamily="34" charset="0"/>
                <a:cs typeface="Arial" panose="020B0604020202020204" pitchFamily="34" charset="0"/>
              </a:rPr>
              <a:t>   e.g. WHERE employeeName LIKE '%</a:t>
            </a:r>
            <a:r>
              <a:rPr lang="en-US" b="1" i="1" dirty="0" err="1">
                <a:latin typeface="Arial" panose="020B0604020202020204" pitchFamily="34" charset="0"/>
                <a:cs typeface="Arial" panose="020B0604020202020204" pitchFamily="34" charset="0"/>
              </a:rPr>
              <a:t>aleel</a:t>
            </a:r>
            <a:r>
              <a:rPr lang="en-US" b="1" i="1" dirty="0">
                <a:latin typeface="Arial" panose="020B0604020202020204" pitchFamily="34" charset="0"/>
                <a:cs typeface="Arial" panose="020B0604020202020204" pitchFamily="34" charset="0"/>
              </a:rPr>
              <a:t>';</a:t>
            </a:r>
          </a:p>
          <a:p>
            <a:pPr>
              <a:lnSpc>
                <a:spcPct val="150000"/>
              </a:lnSpc>
            </a:pPr>
            <a:r>
              <a:rPr lang="en-US" b="1" i="1" dirty="0">
                <a:latin typeface="Arial" panose="020B0604020202020204" pitchFamily="34" charset="0"/>
                <a:cs typeface="Arial" panose="020B0604020202020204" pitchFamily="34" charset="0"/>
              </a:rPr>
              <a:t>4. Using OR unnecessarily</a:t>
            </a:r>
          </a:p>
          <a:p>
            <a:pPr>
              <a:lnSpc>
                <a:spcPct val="150000"/>
              </a:lnSpc>
            </a:pPr>
            <a:r>
              <a:rPr lang="en-US" b="1" i="1" dirty="0">
                <a:latin typeface="Arial" panose="020B0604020202020204" pitchFamily="34" charset="0"/>
                <a:cs typeface="Arial" panose="020B0604020202020204" pitchFamily="34" charset="0"/>
              </a:rPr>
              <a:t>   e.g. WHERE department_id = 1 OR </a:t>
            </a:r>
          </a:p>
          <a:p>
            <a:pPr>
              <a:lnSpc>
                <a:spcPct val="150000"/>
              </a:lnSpc>
            </a:pPr>
            <a:r>
              <a:rPr lang="en-US" b="1" i="1" dirty="0">
                <a:latin typeface="Arial" panose="020B0604020202020204" pitchFamily="34" charset="0"/>
                <a:cs typeface="Arial" panose="020B0604020202020204" pitchFamily="34" charset="0"/>
              </a:rPr>
              <a:t>          department_id = 2</a:t>
            </a:r>
          </a:p>
          <a:p>
            <a:pPr>
              <a:lnSpc>
                <a:spcPct val="150000"/>
              </a:lnSpc>
            </a:pPr>
            <a:r>
              <a:rPr lang="en-US" b="1" i="1" dirty="0">
                <a:latin typeface="Arial" panose="020B0604020202020204" pitchFamily="34" charset="0"/>
                <a:cs typeface="Arial" panose="020B0604020202020204" pitchFamily="34" charset="0"/>
              </a:rPr>
              <a:t>5. NOT IN with nullable columns</a:t>
            </a:r>
          </a:p>
          <a:p>
            <a:pPr>
              <a:lnSpc>
                <a:spcPct val="150000"/>
              </a:lnSpc>
            </a:pPr>
            <a:r>
              <a:rPr lang="en-US" b="1" i="1" dirty="0">
                <a:latin typeface="Arial" panose="020B0604020202020204" pitchFamily="34" charset="0"/>
                <a:cs typeface="Arial" panose="020B0604020202020204" pitchFamily="34" charset="0"/>
              </a:rPr>
              <a:t>   e.g. WHERE id NOT IN (SELECT id FROM B);</a:t>
            </a:r>
          </a:p>
        </p:txBody>
      </p:sp>
    </p:spTree>
    <p:extLst>
      <p:ext uri="{BB962C8B-B14F-4D97-AF65-F5344CB8AC3E}">
        <p14:creationId xmlns:p14="http://schemas.microsoft.com/office/powerpoint/2010/main" val="3978321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B8A2-A5EB-7B70-4D03-C305A66E66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630BB35-0EFF-6CE5-8F7E-B45F33B20AE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347D76F-026A-26FC-ABDF-634DA0EF13A8}"/>
              </a:ext>
            </a:extLst>
          </p:cNvPr>
          <p:cNvSpPr txBox="1"/>
          <p:nvPr/>
        </p:nvSpPr>
        <p:spPr>
          <a:xfrm>
            <a:off x="371364" y="1052736"/>
            <a:ext cx="11449272" cy="3780522"/>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6. Missing WHERE in UPDATE/DELETE</a:t>
            </a:r>
          </a:p>
          <a:p>
            <a:pPr>
              <a:lnSpc>
                <a:spcPct val="150000"/>
              </a:lnSpc>
            </a:pPr>
            <a:r>
              <a:rPr lang="en-US" b="1" i="1" dirty="0">
                <a:latin typeface="Arial" panose="020B0604020202020204" pitchFamily="34" charset="0"/>
                <a:cs typeface="Arial" panose="020B0604020202020204" pitchFamily="34" charset="0"/>
              </a:rPr>
              <a:t>7. Using HAVING instead of WHERE</a:t>
            </a:r>
          </a:p>
          <a:p>
            <a:pPr>
              <a:lnSpc>
                <a:spcPct val="150000"/>
              </a:lnSpc>
            </a:pPr>
            <a:r>
              <a:rPr lang="en-US" b="1" i="1" dirty="0">
                <a:latin typeface="Arial" panose="020B0604020202020204" pitchFamily="34" charset="0"/>
                <a:cs typeface="Arial" panose="020B0604020202020204" pitchFamily="34" charset="0"/>
              </a:rPr>
              <a:t>   e.g. HAVING department_id = 10;</a:t>
            </a:r>
          </a:p>
          <a:p>
            <a:pPr>
              <a:lnSpc>
                <a:spcPct val="150000"/>
              </a:lnSpc>
            </a:pPr>
            <a:r>
              <a:rPr lang="en-US" b="1" i="1" dirty="0">
                <a:latin typeface="Arial" panose="020B0604020202020204" pitchFamily="34" charset="0"/>
                <a:cs typeface="Arial" panose="020B0604020202020204" pitchFamily="34" charset="0"/>
              </a:rPr>
              <a:t>8. Comparing with NULL using =</a:t>
            </a:r>
          </a:p>
          <a:p>
            <a:pPr>
              <a:lnSpc>
                <a:spcPct val="150000"/>
              </a:lnSpc>
            </a:pPr>
            <a:r>
              <a:rPr lang="en-US" b="1" i="1" dirty="0">
                <a:latin typeface="Arial" panose="020B0604020202020204" pitchFamily="34" charset="0"/>
                <a:cs typeface="Arial" panose="020B0604020202020204" pitchFamily="34" charset="0"/>
              </a:rPr>
              <a:t>    e.g. WHERE bonus = NULL;</a:t>
            </a:r>
          </a:p>
          <a:p>
            <a:pPr>
              <a:lnSpc>
                <a:spcPct val="150000"/>
              </a:lnSpc>
            </a:pPr>
            <a:r>
              <a:rPr lang="en-US" b="1" i="1" dirty="0">
                <a:latin typeface="Arial" panose="020B0604020202020204" pitchFamily="34" charset="0"/>
                <a:cs typeface="Arial" panose="020B0604020202020204" pitchFamily="34" charset="0"/>
              </a:rPr>
              <a:t>9. Implicit data-type conversion</a:t>
            </a:r>
          </a:p>
          <a:p>
            <a:pPr>
              <a:lnSpc>
                <a:spcPct val="150000"/>
              </a:lnSpc>
            </a:pPr>
            <a:r>
              <a:rPr lang="en-US" b="1" i="1" dirty="0">
                <a:latin typeface="Arial" panose="020B0604020202020204" pitchFamily="34" charset="0"/>
                <a:cs typeface="Arial" panose="020B0604020202020204" pitchFamily="34" charset="0"/>
              </a:rPr>
              <a:t>    e.g. WHERE employee_id = '101'</a:t>
            </a:r>
          </a:p>
          <a:p>
            <a:pPr>
              <a:lnSpc>
                <a:spcPct val="150000"/>
              </a:lnSpc>
            </a:pPr>
            <a:r>
              <a:rPr lang="en-US" b="1" i="1" dirty="0">
                <a:latin typeface="Arial" panose="020B0604020202020204" pitchFamily="34" charset="0"/>
                <a:cs typeface="Arial" panose="020B0604020202020204" pitchFamily="34" charset="0"/>
              </a:rPr>
              <a:t>10. No ORDER BY when order matters</a:t>
            </a:r>
          </a:p>
          <a:p>
            <a:pPr>
              <a:lnSpc>
                <a:spcPct val="150000"/>
              </a:lnSpc>
            </a:pPr>
            <a:r>
              <a:rPr lang="en-US" b="1" i="1" dirty="0">
                <a:latin typeface="Arial" panose="020B0604020202020204" pitchFamily="34" charset="0"/>
                <a:cs typeface="Arial" panose="020B0604020202020204" pitchFamily="34" charset="0"/>
              </a:rPr>
              <a:t>    e.g. FROM employee LIMIT 10;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90298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6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A0DDC-4435-AFF4-2FF3-A9515799DF6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C65935CE-2E1F-86AE-EF3D-15C14D859795}"/>
              </a:ext>
            </a:extLst>
          </p:cNvPr>
          <p:cNvSpPr/>
          <p:nvPr/>
        </p:nvSpPr>
        <p:spPr>
          <a:xfrm>
            <a:off x="1524000" y="1"/>
            <a:ext cx="9144000" cy="1077218"/>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  [Checking whether data has changed]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2C03E6E4-34F0-A002-AB09-CF189A1812F1}"/>
              </a:ext>
            </a:extLst>
          </p:cNvPr>
          <p:cNvSpPr txBox="1"/>
          <p:nvPr/>
        </p:nvSpPr>
        <p:spPr>
          <a:xfrm>
            <a:off x="479376" y="980728"/>
            <a:ext cx="1130525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has_data_changed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a:t>
            </a:r>
            <a:r>
              <a:rPr lang="en-US" dirty="0">
                <a:latin typeface="Segoe UI Semilight" panose="020B0402040204020203" pitchFamily="34" charset="0"/>
                <a:cs typeface="Segoe UI Semilight" panose="020B0402040204020203" pitchFamily="34" charset="0"/>
              </a:rPr>
              <a:t>NEW.hash_value = MD5(NEW.ename);</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D8102BD5-2C10-6E35-88EB-D7EC6BB748AA}"/>
              </a:ext>
            </a:extLst>
          </p:cNvPr>
          <p:cNvSpPr txBox="1"/>
          <p:nvPr/>
        </p:nvSpPr>
        <p:spPr>
          <a:xfrm>
            <a:off x="479376" y="3322061"/>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('saleel');</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('sharmin');</a:t>
            </a:r>
          </a:p>
        </p:txBody>
      </p:sp>
      <p:sp>
        <p:nvSpPr>
          <p:cNvPr id="4" name="TextBox 3">
            <a:extLst>
              <a:ext uri="{FF2B5EF4-FFF2-40B4-BE49-F238E27FC236}">
                <a16:creationId xmlns:a16="http://schemas.microsoft.com/office/drawing/2014/main" id="{C95EB420-B36C-5C4B-FAC2-DF2EE5D22A69}"/>
              </a:ext>
            </a:extLst>
          </p:cNvPr>
          <p:cNvSpPr txBox="1"/>
          <p:nvPr/>
        </p:nvSpPr>
        <p:spPr>
          <a:xfrm>
            <a:off x="491440" y="4365104"/>
            <a:ext cx="113651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MD5(ename);</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MD5(ename) </a:t>
            </a:r>
            <a:r>
              <a:rPr lang="en-IN" dirty="0">
                <a:solidFill>
                  <a:srgbClr val="A67F59"/>
                </a:solidFill>
                <a:latin typeface="Segoe UI Semilight" panose="020B0402040204020203" pitchFamily="34" charset="0"/>
                <a:cs typeface="Segoe UI Semilight" panose="020B0402040204020203" pitchFamily="34" charset="0"/>
              </a:rPr>
              <a:t>AND</a:t>
            </a:r>
            <a:r>
              <a:rPr lang="en-IN" dirty="0">
                <a:latin typeface="Segoe UI Semilight" panose="020B0402040204020203" pitchFamily="34" charset="0"/>
                <a:cs typeface="Segoe UI Semilight" panose="020B0402040204020203" pitchFamily="34" charset="0"/>
              </a:rPr>
              <a:t> ID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200965102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itemID INTO x FROM item WHERE itemID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E59116A-416C-40DB-92C1-601266E23FB4}"/>
              </a:ext>
            </a:extLst>
          </p:cNvPr>
          <p:cNvGraphicFramePr>
            <a:graphicFrameLocks noGrp="1"/>
          </p:cNvGraphicFramePr>
          <p:nvPr>
            <p:extLst>
              <p:ext uri="{D42A27DB-BD31-4B8C-83A1-F6EECF244321}">
                <p14:modId xmlns:p14="http://schemas.microsoft.com/office/powerpoint/2010/main" val="2391415896"/>
              </p:ext>
            </p:extLst>
          </p:nvPr>
        </p:nvGraphicFramePr>
        <p:xfrm>
          <a:off x="623392" y="215262"/>
          <a:ext cx="11017224" cy="5157954"/>
        </p:xfrm>
        <a:graphic>
          <a:graphicData uri="http://schemas.openxmlformats.org/drawingml/2006/table">
            <a:tbl>
              <a:tblPr>
                <a:tableStyleId>{ED083AE6-46FA-4A59-8FB0-9F97EB10719F}</a:tableStyleId>
              </a:tblPr>
              <a:tblGrid>
                <a:gridCol w="5508612">
                  <a:extLst>
                    <a:ext uri="{9D8B030D-6E8A-4147-A177-3AD203B41FA5}">
                      <a16:colId xmlns:a16="http://schemas.microsoft.com/office/drawing/2014/main" val="3360421700"/>
                    </a:ext>
                  </a:extLst>
                </a:gridCol>
                <a:gridCol w="5508612">
                  <a:extLst>
                    <a:ext uri="{9D8B030D-6E8A-4147-A177-3AD203B41FA5}">
                      <a16:colId xmlns:a16="http://schemas.microsoft.com/office/drawing/2014/main" val="3054520140"/>
                    </a:ext>
                  </a:extLst>
                </a:gridCol>
              </a:tblGrid>
              <a:tr h="573106">
                <a:tc>
                  <a:txBody>
                    <a:bodyPr/>
                    <a:lstStyle/>
                    <a:p>
                      <a:pPr>
                        <a:buNone/>
                      </a:pPr>
                      <a:r>
                        <a:rPr lang="en-IN" sz="2400" dirty="0"/>
                        <a:t>Confidence</a:t>
                      </a:r>
                    </a:p>
                  </a:txBody>
                  <a:tcPr anchor="ctr"/>
                </a:tc>
                <a:tc>
                  <a:txBody>
                    <a:bodyPr/>
                    <a:lstStyle/>
                    <a:p>
                      <a:pPr>
                        <a:buNone/>
                      </a:pPr>
                      <a:r>
                        <a:rPr lang="en-IN" sz="2400" dirty="0"/>
                        <a:t>Arrogance</a:t>
                      </a:r>
                    </a:p>
                  </a:txBody>
                  <a:tcPr anchor="ctr"/>
                </a:tc>
                <a:extLst>
                  <a:ext uri="{0D108BD9-81ED-4DB2-BD59-A6C34878D82A}">
                    <a16:rowId xmlns:a16="http://schemas.microsoft.com/office/drawing/2014/main" val="806518079"/>
                  </a:ext>
                </a:extLst>
              </a:tr>
              <a:tr h="573106">
                <a:tc>
                  <a:txBody>
                    <a:bodyPr/>
                    <a:lstStyle/>
                    <a:p>
                      <a:pPr>
                        <a:buNone/>
                      </a:pPr>
                      <a:r>
                        <a:rPr lang="en-IN"/>
                        <a:t>Believing in your abilities</a:t>
                      </a:r>
                    </a:p>
                  </a:txBody>
                  <a:tcPr anchor="ctr"/>
                </a:tc>
                <a:tc>
                  <a:txBody>
                    <a:bodyPr/>
                    <a:lstStyle/>
                    <a:p>
                      <a:pPr>
                        <a:buNone/>
                      </a:pPr>
                      <a:r>
                        <a:rPr lang="en-IN"/>
                        <a:t>Believing you are better than others</a:t>
                      </a:r>
                    </a:p>
                  </a:txBody>
                  <a:tcPr anchor="ctr"/>
                </a:tc>
                <a:extLst>
                  <a:ext uri="{0D108BD9-81ED-4DB2-BD59-A6C34878D82A}">
                    <a16:rowId xmlns:a16="http://schemas.microsoft.com/office/drawing/2014/main" val="2306997649"/>
                  </a:ext>
                </a:extLst>
              </a:tr>
              <a:tr h="573106">
                <a:tc>
                  <a:txBody>
                    <a:bodyPr/>
                    <a:lstStyle/>
                    <a:p>
                      <a:pPr>
                        <a:buNone/>
                      </a:pPr>
                      <a:r>
                        <a:rPr lang="en-IN"/>
                        <a:t>Comes with self-respect</a:t>
                      </a:r>
                    </a:p>
                  </a:txBody>
                  <a:tcPr anchor="ctr"/>
                </a:tc>
                <a:tc>
                  <a:txBody>
                    <a:bodyPr/>
                    <a:lstStyle/>
                    <a:p>
                      <a:pPr>
                        <a:buNone/>
                      </a:pPr>
                      <a:r>
                        <a:rPr lang="en-IN"/>
                        <a:t>Often comes with superiority</a:t>
                      </a:r>
                    </a:p>
                  </a:txBody>
                  <a:tcPr anchor="ctr"/>
                </a:tc>
                <a:extLst>
                  <a:ext uri="{0D108BD9-81ED-4DB2-BD59-A6C34878D82A}">
                    <a16:rowId xmlns:a16="http://schemas.microsoft.com/office/drawing/2014/main" val="136713096"/>
                  </a:ext>
                </a:extLst>
              </a:tr>
              <a:tr h="573106">
                <a:tc>
                  <a:txBody>
                    <a:bodyPr/>
                    <a:lstStyle/>
                    <a:p>
                      <a:pPr>
                        <a:buNone/>
                      </a:pPr>
                      <a:r>
                        <a:rPr lang="en-IN"/>
                        <a:t>You can accept mistakes</a:t>
                      </a:r>
                    </a:p>
                  </a:txBody>
                  <a:tcPr anchor="ctr"/>
                </a:tc>
                <a:tc>
                  <a:txBody>
                    <a:bodyPr/>
                    <a:lstStyle/>
                    <a:p>
                      <a:pPr>
                        <a:buNone/>
                      </a:pPr>
                      <a:r>
                        <a:rPr lang="en-IN"/>
                        <a:t>You may refuse to accept mistakes</a:t>
                      </a:r>
                    </a:p>
                  </a:txBody>
                  <a:tcPr anchor="ctr"/>
                </a:tc>
                <a:extLst>
                  <a:ext uri="{0D108BD9-81ED-4DB2-BD59-A6C34878D82A}">
                    <a16:rowId xmlns:a16="http://schemas.microsoft.com/office/drawing/2014/main" val="3944564573"/>
                  </a:ext>
                </a:extLst>
              </a:tr>
              <a:tr h="573106">
                <a:tc>
                  <a:txBody>
                    <a:bodyPr/>
                    <a:lstStyle/>
                    <a:p>
                      <a:pPr>
                        <a:buNone/>
                      </a:pPr>
                      <a:r>
                        <a:rPr lang="en-IN"/>
                        <a:t>You listen to others</a:t>
                      </a:r>
                    </a:p>
                  </a:txBody>
                  <a:tcPr anchor="ctr"/>
                </a:tc>
                <a:tc>
                  <a:txBody>
                    <a:bodyPr/>
                    <a:lstStyle/>
                    <a:p>
                      <a:pPr>
                        <a:buNone/>
                      </a:pPr>
                      <a:r>
                        <a:rPr lang="en-IN"/>
                        <a:t>You may ignore others' opinions</a:t>
                      </a:r>
                    </a:p>
                  </a:txBody>
                  <a:tcPr anchor="ctr"/>
                </a:tc>
                <a:extLst>
                  <a:ext uri="{0D108BD9-81ED-4DB2-BD59-A6C34878D82A}">
                    <a16:rowId xmlns:a16="http://schemas.microsoft.com/office/drawing/2014/main" val="1534248428"/>
                  </a:ext>
                </a:extLst>
              </a:tr>
              <a:tr h="573106">
                <a:tc>
                  <a:txBody>
                    <a:bodyPr/>
                    <a:lstStyle/>
                    <a:p>
                      <a:pPr>
                        <a:buNone/>
                      </a:pPr>
                      <a:r>
                        <a:rPr lang="en-IN"/>
                        <a:t>You say, “I can do it.”</a:t>
                      </a:r>
                    </a:p>
                  </a:txBody>
                  <a:tcPr anchor="ctr"/>
                </a:tc>
                <a:tc>
                  <a:txBody>
                    <a:bodyPr/>
                    <a:lstStyle/>
                    <a:p>
                      <a:pPr>
                        <a:buNone/>
                      </a:pPr>
                      <a:r>
                        <a:rPr lang="en-IN"/>
                        <a:t>You say, “Only I can do it.”</a:t>
                      </a:r>
                    </a:p>
                  </a:txBody>
                  <a:tcPr anchor="ctr"/>
                </a:tc>
                <a:extLst>
                  <a:ext uri="{0D108BD9-81ED-4DB2-BD59-A6C34878D82A}">
                    <a16:rowId xmlns:a16="http://schemas.microsoft.com/office/drawing/2014/main" val="3702816275"/>
                  </a:ext>
                </a:extLst>
              </a:tr>
              <a:tr h="573106">
                <a:tc>
                  <a:txBody>
                    <a:bodyPr/>
                    <a:lstStyle/>
                    <a:p>
                      <a:pPr>
                        <a:buNone/>
                      </a:pPr>
                      <a:r>
                        <a:rPr lang="en-IN"/>
                        <a:t>You appreciate others' success</a:t>
                      </a:r>
                    </a:p>
                  </a:txBody>
                  <a:tcPr anchor="ctr"/>
                </a:tc>
                <a:tc>
                  <a:txBody>
                    <a:bodyPr/>
                    <a:lstStyle/>
                    <a:p>
                      <a:pPr>
                        <a:buNone/>
                      </a:pPr>
                      <a:r>
                        <a:rPr lang="en-IN"/>
                        <a:t>You may feel others are less capable</a:t>
                      </a:r>
                    </a:p>
                  </a:txBody>
                  <a:tcPr anchor="ctr"/>
                </a:tc>
                <a:extLst>
                  <a:ext uri="{0D108BD9-81ED-4DB2-BD59-A6C34878D82A}">
                    <a16:rowId xmlns:a16="http://schemas.microsoft.com/office/drawing/2014/main" val="464129239"/>
                  </a:ext>
                </a:extLst>
              </a:tr>
              <a:tr h="573106">
                <a:tc>
                  <a:txBody>
                    <a:bodyPr/>
                    <a:lstStyle/>
                    <a:p>
                      <a:pPr>
                        <a:buNone/>
                      </a:pPr>
                      <a:r>
                        <a:rPr lang="en-IN"/>
                        <a:t>Calm and respectful</a:t>
                      </a:r>
                    </a:p>
                  </a:txBody>
                  <a:tcPr anchor="ctr"/>
                </a:tc>
                <a:tc>
                  <a:txBody>
                    <a:bodyPr/>
                    <a:lstStyle/>
                    <a:p>
                      <a:pPr>
                        <a:buNone/>
                      </a:pPr>
                      <a:r>
                        <a:rPr lang="en-IN" dirty="0"/>
                        <a:t>Can appear boastful or disrespectful</a:t>
                      </a:r>
                    </a:p>
                  </a:txBody>
                  <a:tcPr anchor="ctr"/>
                </a:tc>
                <a:extLst>
                  <a:ext uri="{0D108BD9-81ED-4DB2-BD59-A6C34878D82A}">
                    <a16:rowId xmlns:a16="http://schemas.microsoft.com/office/drawing/2014/main" val="3722030112"/>
                  </a:ext>
                </a:extLst>
              </a:tr>
              <a:tr h="573106">
                <a:tc>
                  <a:txBody>
                    <a:bodyPr/>
                    <a:lstStyle/>
                    <a:p>
                      <a:pPr>
                        <a:buNone/>
                      </a:pPr>
                      <a:r>
                        <a:rPr lang="en-US" dirty="0"/>
                        <a:t>Believing in yourself without putting others down</a:t>
                      </a:r>
                      <a:endParaRPr lang="en-IN" dirty="0"/>
                    </a:p>
                  </a:txBody>
                  <a:tcPr anchor="ctr"/>
                </a:tc>
                <a:tc>
                  <a:txBody>
                    <a:bodyPr/>
                    <a:lstStyle/>
                    <a:p>
                      <a:pPr>
                        <a:buNone/>
                      </a:pPr>
                      <a:r>
                        <a:rPr lang="en-US" dirty="0"/>
                        <a:t>Thinking you are better than others and showing it.</a:t>
                      </a:r>
                      <a:endParaRPr lang="en-IN" dirty="0"/>
                    </a:p>
                  </a:txBody>
                  <a:tcPr anchor="ctr"/>
                </a:tc>
                <a:extLst>
                  <a:ext uri="{0D108BD9-81ED-4DB2-BD59-A6C34878D82A}">
                    <a16:rowId xmlns:a16="http://schemas.microsoft.com/office/drawing/2014/main" val="2145039757"/>
                  </a:ext>
                </a:extLst>
              </a:tr>
            </a:tbl>
          </a:graphicData>
        </a:graphic>
      </p:graphicFrame>
    </p:spTree>
    <p:extLst>
      <p:ext uri="{BB962C8B-B14F-4D97-AF65-F5344CB8AC3E}">
        <p14:creationId xmlns:p14="http://schemas.microsoft.com/office/powerpoint/2010/main" val="26272685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73030</TotalTime>
  <Words>109197</Words>
  <Application>Microsoft Office PowerPoint</Application>
  <PresentationFormat>Widescreen</PresentationFormat>
  <Paragraphs>16553</Paragraphs>
  <Slides>926</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926</vt:i4>
      </vt:variant>
    </vt:vector>
  </HeadingPairs>
  <TitlesOfParts>
    <vt:vector size="973"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PowerPoint Presentation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15513</cp:revision>
  <dcterms:created xsi:type="dcterms:W3CDTF">2015-10-09T06:09:34Z</dcterms:created>
  <dcterms:modified xsi:type="dcterms:W3CDTF">2026-10-01T06:07:39Z</dcterms:modified>
</cp:coreProperties>
</file>