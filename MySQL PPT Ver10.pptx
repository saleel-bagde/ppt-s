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21"/>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807" r:id="rId14"/>
    <p:sldId id="1591" r:id="rId15"/>
    <p:sldId id="1590" r:id="rId16"/>
    <p:sldId id="1231" r:id="rId17"/>
    <p:sldId id="1232" r:id="rId18"/>
    <p:sldId id="1282" r:id="rId19"/>
    <p:sldId id="1221" r:id="rId20"/>
    <p:sldId id="1534" r:id="rId21"/>
    <p:sldId id="1592" r:id="rId22"/>
    <p:sldId id="1576" r:id="rId23"/>
    <p:sldId id="1540" r:id="rId24"/>
    <p:sldId id="598" r:id="rId25"/>
    <p:sldId id="326" r:id="rId26"/>
    <p:sldId id="1535" r:id="rId27"/>
    <p:sldId id="1086" r:id="rId28"/>
    <p:sldId id="579" r:id="rId29"/>
    <p:sldId id="1429" r:id="rId30"/>
    <p:sldId id="1704" r:id="rId31"/>
    <p:sldId id="1234" r:id="rId32"/>
    <p:sldId id="1445" r:id="rId33"/>
    <p:sldId id="1446" r:id="rId34"/>
    <p:sldId id="1451" r:id="rId35"/>
    <p:sldId id="1452" r:id="rId36"/>
    <p:sldId id="1344" r:id="rId37"/>
    <p:sldId id="1593" r:id="rId38"/>
    <p:sldId id="1122" r:id="rId39"/>
    <p:sldId id="599" r:id="rId40"/>
    <p:sldId id="271" r:id="rId41"/>
    <p:sldId id="328" r:id="rId42"/>
    <p:sldId id="1564" r:id="rId43"/>
    <p:sldId id="1657" r:id="rId44"/>
    <p:sldId id="1648" r:id="rId45"/>
    <p:sldId id="315" r:id="rId46"/>
    <p:sldId id="314" r:id="rId47"/>
    <p:sldId id="600" r:id="rId48"/>
    <p:sldId id="1544" r:id="rId49"/>
    <p:sldId id="692" r:id="rId50"/>
    <p:sldId id="319" r:id="rId51"/>
    <p:sldId id="601" r:id="rId52"/>
    <p:sldId id="500" r:id="rId53"/>
    <p:sldId id="321" r:id="rId54"/>
    <p:sldId id="1286" r:id="rId55"/>
    <p:sldId id="901" r:id="rId56"/>
    <p:sldId id="1566" r:id="rId57"/>
    <p:sldId id="1487" r:id="rId58"/>
    <p:sldId id="1278" r:id="rId59"/>
    <p:sldId id="1351" r:id="rId60"/>
    <p:sldId id="603" r:id="rId61"/>
    <p:sldId id="499" r:id="rId62"/>
    <p:sldId id="604" r:id="rId63"/>
    <p:sldId id="489" r:id="rId64"/>
    <p:sldId id="1483" r:id="rId65"/>
    <p:sldId id="1568" r:id="rId66"/>
    <p:sldId id="1484" r:id="rId67"/>
    <p:sldId id="1284" r:id="rId68"/>
    <p:sldId id="1579" r:id="rId69"/>
    <p:sldId id="1705" r:id="rId70"/>
    <p:sldId id="1581" r:id="rId71"/>
    <p:sldId id="1582" r:id="rId72"/>
    <p:sldId id="1706" r:id="rId73"/>
    <p:sldId id="1098" r:id="rId74"/>
    <p:sldId id="536" r:id="rId75"/>
    <p:sldId id="535" r:id="rId76"/>
    <p:sldId id="537" r:id="rId77"/>
    <p:sldId id="606" r:id="rId78"/>
    <p:sldId id="1571" r:id="rId79"/>
    <p:sldId id="883" r:id="rId80"/>
    <p:sldId id="898" r:id="rId81"/>
    <p:sldId id="900" r:id="rId82"/>
    <p:sldId id="1236" r:id="rId83"/>
    <p:sldId id="842" r:id="rId84"/>
    <p:sldId id="1354" r:id="rId85"/>
    <p:sldId id="1171" r:id="rId86"/>
    <p:sldId id="1192" r:id="rId87"/>
    <p:sldId id="1237" r:id="rId88"/>
    <p:sldId id="843" r:id="rId89"/>
    <p:sldId id="1366" r:id="rId90"/>
    <p:sldId id="1172" r:id="rId91"/>
    <p:sldId id="1193" r:id="rId92"/>
    <p:sldId id="1238" r:id="rId93"/>
    <p:sldId id="844" r:id="rId94"/>
    <p:sldId id="1239" r:id="rId95"/>
    <p:sldId id="845" r:id="rId96"/>
    <p:sldId id="1173" r:id="rId97"/>
    <p:sldId id="1546" r:id="rId98"/>
    <p:sldId id="1573" r:id="rId99"/>
    <p:sldId id="1587" r:id="rId100"/>
    <p:sldId id="1575" r:id="rId101"/>
    <p:sldId id="958" r:id="rId102"/>
    <p:sldId id="959" r:id="rId103"/>
    <p:sldId id="960" r:id="rId104"/>
    <p:sldId id="971" r:id="rId105"/>
    <p:sldId id="961" r:id="rId106"/>
    <p:sldId id="962" r:id="rId107"/>
    <p:sldId id="966" r:id="rId108"/>
    <p:sldId id="967" r:id="rId109"/>
    <p:sldId id="963" r:id="rId110"/>
    <p:sldId id="970" r:id="rId111"/>
    <p:sldId id="972" r:id="rId112"/>
    <p:sldId id="1559" r:id="rId113"/>
    <p:sldId id="1560" r:id="rId114"/>
    <p:sldId id="1561" r:id="rId115"/>
    <p:sldId id="973" r:id="rId116"/>
    <p:sldId id="974" r:id="rId117"/>
    <p:sldId id="1490" r:id="rId118"/>
    <p:sldId id="590" r:id="rId119"/>
    <p:sldId id="490" r:id="rId120"/>
    <p:sldId id="491" r:id="rId121"/>
    <p:sldId id="1661" r:id="rId122"/>
    <p:sldId id="492" r:id="rId123"/>
    <p:sldId id="1655" r:id="rId124"/>
    <p:sldId id="493" r:id="rId125"/>
    <p:sldId id="495" r:id="rId126"/>
    <p:sldId id="1454" r:id="rId127"/>
    <p:sldId id="1658" r:id="rId128"/>
    <p:sldId id="1174" r:id="rId129"/>
    <p:sldId id="1175" r:id="rId130"/>
    <p:sldId id="1176" r:id="rId131"/>
    <p:sldId id="1551" r:id="rId132"/>
    <p:sldId id="1761" r:id="rId133"/>
    <p:sldId id="1553" r:id="rId134"/>
    <p:sldId id="1496" r:id="rId135"/>
    <p:sldId id="1759" r:id="rId136"/>
    <p:sldId id="1764" r:id="rId137"/>
    <p:sldId id="1049" r:id="rId138"/>
    <p:sldId id="1050" r:id="rId139"/>
    <p:sldId id="1051" r:id="rId140"/>
    <p:sldId id="1765" r:id="rId141"/>
    <p:sldId id="1052" r:id="rId142"/>
    <p:sldId id="1090" r:id="rId143"/>
    <p:sldId id="1766" r:id="rId144"/>
    <p:sldId id="1243" r:id="rId145"/>
    <p:sldId id="1091" r:id="rId146"/>
    <p:sldId id="1055" r:id="rId147"/>
    <p:sldId id="1056" r:id="rId148"/>
    <p:sldId id="1762" r:id="rId149"/>
    <p:sldId id="1058" r:id="rId150"/>
    <p:sldId id="267" r:id="rId151"/>
    <p:sldId id="272" r:id="rId152"/>
    <p:sldId id="273" r:id="rId153"/>
    <p:sldId id="1178" r:id="rId154"/>
    <p:sldId id="580" r:id="rId155"/>
    <p:sldId id="620" r:id="rId156"/>
    <p:sldId id="1041" r:id="rId157"/>
    <p:sldId id="1040" r:id="rId158"/>
    <p:sldId id="621" r:id="rId159"/>
    <p:sldId id="796" r:id="rId160"/>
    <p:sldId id="849" r:id="rId161"/>
    <p:sldId id="800" r:id="rId162"/>
    <p:sldId id="931" r:id="rId163"/>
    <p:sldId id="985" r:id="rId164"/>
    <p:sldId id="615" r:id="rId165"/>
    <p:sldId id="506" r:id="rId166"/>
    <p:sldId id="803" r:id="rId167"/>
    <p:sldId id="804" r:id="rId168"/>
    <p:sldId id="791" r:id="rId169"/>
    <p:sldId id="793" r:id="rId170"/>
    <p:sldId id="794" r:id="rId171"/>
    <p:sldId id="795" r:id="rId172"/>
    <p:sldId id="616" r:id="rId173"/>
    <p:sldId id="505" r:id="rId174"/>
    <p:sldId id="513" r:id="rId175"/>
    <p:sldId id="1017" r:id="rId176"/>
    <p:sldId id="1009" r:id="rId177"/>
    <p:sldId id="1010" r:id="rId178"/>
    <p:sldId id="618" r:id="rId179"/>
    <p:sldId id="619" r:id="rId180"/>
    <p:sldId id="617" r:id="rId181"/>
    <p:sldId id="502" r:id="rId182"/>
    <p:sldId id="503" r:id="rId183"/>
    <p:sldId id="699" r:id="rId184"/>
    <p:sldId id="504" r:id="rId185"/>
    <p:sldId id="700" r:id="rId186"/>
    <p:sldId id="679" r:id="rId187"/>
    <p:sldId id="940" r:id="rId188"/>
    <p:sldId id="942" r:id="rId189"/>
    <p:sldId id="677" r:id="rId190"/>
    <p:sldId id="678" r:id="rId191"/>
    <p:sldId id="680" r:id="rId192"/>
    <p:sldId id="285" r:id="rId193"/>
    <p:sldId id="286" r:id="rId194"/>
    <p:sldId id="1810" r:id="rId195"/>
    <p:sldId id="1406" r:id="rId196"/>
    <p:sldId id="1409" r:id="rId197"/>
    <p:sldId id="1287" r:id="rId198"/>
    <p:sldId id="290" r:id="rId199"/>
    <p:sldId id="1707" r:id="rId200"/>
    <p:sldId id="1584" r:id="rId201"/>
    <p:sldId id="1461" r:id="rId202"/>
    <p:sldId id="1577" r:id="rId203"/>
    <p:sldId id="1740" r:id="rId204"/>
    <p:sldId id="1735" r:id="rId205"/>
    <p:sldId id="673" r:id="rId206"/>
    <p:sldId id="1708" r:id="rId207"/>
    <p:sldId id="1541" r:id="rId208"/>
    <p:sldId id="1741" r:id="rId209"/>
    <p:sldId id="1542" r:id="rId210"/>
    <p:sldId id="1149" r:id="rId211"/>
    <p:sldId id="1288" r:id="rId212"/>
    <p:sldId id="1464" r:id="rId213"/>
    <p:sldId id="1126" r:id="rId214"/>
    <p:sldId id="1497" r:id="rId215"/>
    <p:sldId id="379" r:id="rId216"/>
    <p:sldId id="953" r:id="rId217"/>
    <p:sldId id="373" r:id="rId218"/>
    <p:sldId id="1772" r:id="rId219"/>
    <p:sldId id="1773" r:id="rId220"/>
    <p:sldId id="1508" r:id="rId221"/>
    <p:sldId id="1509" r:id="rId222"/>
    <p:sldId id="1744" r:id="rId223"/>
    <p:sldId id="1745" r:id="rId224"/>
    <p:sldId id="1746" r:id="rId225"/>
    <p:sldId id="1747" r:id="rId226"/>
    <p:sldId id="1536" r:id="rId227"/>
    <p:sldId id="1537" r:id="rId228"/>
    <p:sldId id="1018" r:id="rId229"/>
    <p:sldId id="1019" r:id="rId230"/>
    <p:sldId id="1020" r:id="rId231"/>
    <p:sldId id="640" r:id="rId232"/>
    <p:sldId id="641" r:id="rId233"/>
    <p:sldId id="1474" r:id="rId234"/>
    <p:sldId id="1475" r:id="rId235"/>
    <p:sldId id="1476" r:id="rId236"/>
    <p:sldId id="1477" r:id="rId237"/>
    <p:sldId id="1478" r:id="rId238"/>
    <p:sldId id="1494" r:id="rId239"/>
    <p:sldId id="1479" r:id="rId240"/>
    <p:sldId id="1480" r:id="rId241"/>
    <p:sldId id="1481" r:id="rId242"/>
    <p:sldId id="386" r:id="rId243"/>
    <p:sldId id="1498" r:id="rId244"/>
    <p:sldId id="1776" r:id="rId245"/>
    <p:sldId id="654" r:id="rId246"/>
    <p:sldId id="397" r:id="rId247"/>
    <p:sldId id="1499" r:id="rId248"/>
    <p:sldId id="657" r:id="rId249"/>
    <p:sldId id="851" r:id="rId250"/>
    <p:sldId id="1709" r:id="rId251"/>
    <p:sldId id="1205" r:id="rId252"/>
    <p:sldId id="914" r:id="rId253"/>
    <p:sldId id="852" r:id="rId254"/>
    <p:sldId id="1245" r:id="rId255"/>
    <p:sldId id="1156" r:id="rId256"/>
    <p:sldId id="1694" r:id="rId257"/>
    <p:sldId id="1695" r:id="rId258"/>
    <p:sldId id="1696" r:id="rId259"/>
    <p:sldId id="1693" r:id="rId260"/>
    <p:sldId id="1727" r:id="rId261"/>
    <p:sldId id="1729" r:id="rId262"/>
    <p:sldId id="1728" r:id="rId263"/>
    <p:sldId id="1465" r:id="rId264"/>
    <p:sldId id="1466" r:id="rId265"/>
    <p:sldId id="1710" r:id="rId266"/>
    <p:sldId id="1395" r:id="rId267"/>
    <p:sldId id="1401" r:id="rId268"/>
    <p:sldId id="1402" r:id="rId269"/>
    <p:sldId id="1244" r:id="rId270"/>
    <p:sldId id="1285" r:id="rId271"/>
    <p:sldId id="1159" r:id="rId272"/>
    <p:sldId id="686" r:id="rId273"/>
    <p:sldId id="1207" r:id="rId274"/>
    <p:sldId id="1356" r:id="rId275"/>
    <p:sldId id="1357" r:id="rId276"/>
    <p:sldId id="1738" r:id="rId277"/>
    <p:sldId id="1585" r:id="rId278"/>
    <p:sldId id="1421" r:id="rId279"/>
    <p:sldId id="1130" r:id="rId280"/>
    <p:sldId id="1203" r:id="rId281"/>
    <p:sldId id="1263" r:id="rId282"/>
    <p:sldId id="1265" r:id="rId283"/>
    <p:sldId id="305" r:id="rId284"/>
    <p:sldId id="1266" r:id="rId285"/>
    <p:sldId id="306" r:id="rId286"/>
    <p:sldId id="308" r:id="rId287"/>
    <p:sldId id="1131" r:id="rId288"/>
    <p:sldId id="1267" r:id="rId289"/>
    <p:sldId id="1132" r:id="rId290"/>
    <p:sldId id="1268" r:id="rId291"/>
    <p:sldId id="1133" r:id="rId292"/>
    <p:sldId id="313" r:id="rId293"/>
    <p:sldId id="1204" r:id="rId294"/>
    <p:sldId id="1134" r:id="rId295"/>
    <p:sldId id="1242" r:id="rId296"/>
    <p:sldId id="1289" r:id="rId297"/>
    <p:sldId id="1135" r:id="rId298"/>
    <p:sldId id="1809" r:id="rId299"/>
    <p:sldId id="1136" r:id="rId300"/>
    <p:sldId id="1209" r:id="rId301"/>
    <p:sldId id="1269" r:id="rId302"/>
    <p:sldId id="1137" r:id="rId303"/>
    <p:sldId id="1270" r:id="rId304"/>
    <p:sldId id="1138" r:id="rId305"/>
    <p:sldId id="1139" r:id="rId306"/>
    <p:sldId id="1140" r:id="rId307"/>
    <p:sldId id="1078" r:id="rId308"/>
    <p:sldId id="1141" r:id="rId309"/>
    <p:sldId id="1142" r:id="rId310"/>
    <p:sldId id="1143" r:id="rId311"/>
    <p:sldId id="1388" r:id="rId312"/>
    <p:sldId id="1154" r:id="rId313"/>
    <p:sldId id="1144" r:id="rId314"/>
    <p:sldId id="1155" r:id="rId315"/>
    <p:sldId id="1145" r:id="rId316"/>
    <p:sldId id="1146" r:id="rId317"/>
    <p:sldId id="1147" r:id="rId318"/>
    <p:sldId id="1061" r:id="rId319"/>
    <p:sldId id="1062" r:id="rId320"/>
    <p:sldId id="1063" r:id="rId321"/>
    <p:sldId id="1253" r:id="rId322"/>
    <p:sldId id="1254" r:id="rId323"/>
    <p:sldId id="1255" r:id="rId324"/>
    <p:sldId id="1256" r:id="rId325"/>
    <p:sldId id="1500" r:id="rId326"/>
    <p:sldId id="1501" r:id="rId327"/>
    <p:sldId id="1257" r:id="rId328"/>
    <p:sldId id="1258" r:id="rId329"/>
    <p:sldId id="1259" r:id="rId330"/>
    <p:sldId id="1260" r:id="rId331"/>
    <p:sldId id="1261" r:id="rId332"/>
    <p:sldId id="1170" r:id="rId333"/>
    <p:sldId id="1064" r:id="rId334"/>
    <p:sldId id="1065" r:id="rId335"/>
    <p:sldId id="1447" r:id="rId336"/>
    <p:sldId id="1515" r:id="rId337"/>
    <p:sldId id="1516" r:id="rId338"/>
    <p:sldId id="1517" r:id="rId339"/>
    <p:sldId id="1518" r:id="rId340"/>
    <p:sldId id="1519" r:id="rId341"/>
    <p:sldId id="1392" r:id="rId342"/>
    <p:sldId id="1520" r:id="rId343"/>
    <p:sldId id="1521" r:id="rId344"/>
    <p:sldId id="1522" r:id="rId345"/>
    <p:sldId id="1633" r:id="rId346"/>
    <p:sldId id="1523" r:id="rId347"/>
    <p:sldId id="360" r:id="rId348"/>
    <p:sldId id="801" r:id="rId349"/>
    <p:sldId id="1262" r:id="rId350"/>
    <p:sldId id="362" r:id="rId351"/>
    <p:sldId id="507" r:id="rId352"/>
    <p:sldId id="591" r:id="rId353"/>
    <p:sldId id="385" r:id="rId354"/>
    <p:sldId id="1125" r:id="rId355"/>
    <p:sldId id="387" r:id="rId356"/>
    <p:sldId id="388" r:id="rId357"/>
    <p:sldId id="527" r:id="rId358"/>
    <p:sldId id="529" r:id="rId359"/>
    <p:sldId id="1737" r:id="rId360"/>
    <p:sldId id="393" r:id="rId361"/>
    <p:sldId id="395" r:id="rId362"/>
    <p:sldId id="947" r:id="rId363"/>
    <p:sldId id="1586" r:id="rId364"/>
    <p:sldId id="702" r:id="rId365"/>
    <p:sldId id="531" r:id="rId366"/>
    <p:sldId id="1362" r:id="rId367"/>
    <p:sldId id="1363" r:id="rId368"/>
    <p:sldId id="949" r:id="rId369"/>
    <p:sldId id="950" r:id="rId370"/>
    <p:sldId id="853" r:id="rId371"/>
    <p:sldId id="1102" r:id="rId372"/>
    <p:sldId id="816" r:id="rId373"/>
    <p:sldId id="414" r:id="rId374"/>
    <p:sldId id="545" r:id="rId375"/>
    <p:sldId id="533" r:id="rId376"/>
    <p:sldId id="534" r:id="rId377"/>
    <p:sldId id="542" r:id="rId378"/>
    <p:sldId id="1691" r:id="rId379"/>
    <p:sldId id="1692" r:id="rId380"/>
    <p:sldId id="543" r:id="rId381"/>
    <p:sldId id="1361" r:id="rId382"/>
    <p:sldId id="544" r:id="rId383"/>
    <p:sldId id="1295" r:id="rId384"/>
    <p:sldId id="546" r:id="rId385"/>
    <p:sldId id="522" r:id="rId386"/>
    <p:sldId id="523" r:id="rId387"/>
    <p:sldId id="809" r:id="rId388"/>
    <p:sldId id="526" r:id="rId389"/>
    <p:sldId id="1767" r:id="rId390"/>
    <p:sldId id="1387" r:id="rId391"/>
    <p:sldId id="524" r:id="rId392"/>
    <p:sldId id="548" r:id="rId393"/>
    <p:sldId id="646" r:id="rId394"/>
    <p:sldId id="647" r:id="rId395"/>
    <p:sldId id="773" r:id="rId396"/>
    <p:sldId id="772" r:id="rId397"/>
    <p:sldId id="549" r:id="rId398"/>
    <p:sldId id="550" r:id="rId399"/>
    <p:sldId id="547" r:id="rId400"/>
    <p:sldId id="515" r:id="rId401"/>
    <p:sldId id="516" r:id="rId402"/>
    <p:sldId id="517" r:id="rId403"/>
    <p:sldId id="1662" r:id="rId404"/>
    <p:sldId id="551" r:id="rId405"/>
    <p:sldId id="554" r:id="rId406"/>
    <p:sldId id="555" r:id="rId407"/>
    <p:sldId id="1386" r:id="rId408"/>
    <p:sldId id="1808" r:id="rId409"/>
    <p:sldId id="1642" r:id="rId410"/>
    <p:sldId id="558" r:id="rId411"/>
    <p:sldId id="1467" r:id="rId412"/>
    <p:sldId id="1641" r:id="rId413"/>
    <p:sldId id="1468" r:id="rId414"/>
    <p:sldId id="1622" r:id="rId415"/>
    <p:sldId id="1419" r:id="rId416"/>
    <p:sldId id="562" r:id="rId417"/>
    <p:sldId id="563" r:id="rId418"/>
    <p:sldId id="1296" r:id="rId419"/>
    <p:sldId id="1672" r:id="rId420"/>
    <p:sldId id="1732" r:id="rId421"/>
    <p:sldId id="1673" r:id="rId422"/>
    <p:sldId id="1674" r:id="rId423"/>
    <p:sldId id="1720" r:id="rId424"/>
    <p:sldId id="1721" r:id="rId425"/>
    <p:sldId id="1726" r:id="rId426"/>
    <p:sldId id="1725" r:id="rId427"/>
    <p:sldId id="1335" r:id="rId428"/>
    <p:sldId id="1336" r:id="rId429"/>
    <p:sldId id="625" r:id="rId430"/>
    <p:sldId id="1150" r:id="rId431"/>
    <p:sldId id="1711" r:id="rId432"/>
    <p:sldId id="1801" r:id="rId433"/>
    <p:sldId id="1240" r:id="rId434"/>
    <p:sldId id="1797" r:id="rId435"/>
    <p:sldId id="1414" r:id="rId436"/>
    <p:sldId id="1444" r:id="rId437"/>
    <p:sldId id="1779" r:id="rId438"/>
    <p:sldId id="1152" r:id="rId439"/>
    <p:sldId id="1153" r:id="rId440"/>
    <p:sldId id="436" r:id="rId441"/>
    <p:sldId id="1739" r:id="rId442"/>
    <p:sldId id="402" r:id="rId443"/>
    <p:sldId id="403" r:id="rId444"/>
    <p:sldId id="404" r:id="rId445"/>
    <p:sldId id="1075" r:id="rId446"/>
    <p:sldId id="1076" r:id="rId447"/>
    <p:sldId id="1219" r:id="rId448"/>
    <p:sldId id="1730" r:id="rId449"/>
    <p:sldId id="1758" r:id="rId450"/>
    <p:sldId id="1763" r:id="rId451"/>
    <p:sldId id="421" r:id="rId452"/>
    <p:sldId id="564" r:id="rId453"/>
    <p:sldId id="1364" r:id="rId454"/>
    <p:sldId id="826" r:id="rId455"/>
    <p:sldId id="566" r:id="rId456"/>
    <p:sldId id="1211" r:id="rId457"/>
    <p:sldId id="1430" r:id="rId458"/>
    <p:sldId id="1460" r:id="rId459"/>
    <p:sldId id="1628" r:id="rId460"/>
    <p:sldId id="1629" r:id="rId461"/>
    <p:sldId id="1630" r:id="rId462"/>
    <p:sldId id="1631" r:id="rId463"/>
    <p:sldId id="820" r:id="rId464"/>
    <p:sldId id="821" r:id="rId465"/>
    <p:sldId id="1803" r:id="rId466"/>
    <p:sldId id="1077" r:id="rId467"/>
    <p:sldId id="1177" r:id="rId468"/>
    <p:sldId id="798" r:id="rId469"/>
    <p:sldId id="1215" r:id="rId470"/>
    <p:sldId id="1798" r:id="rId471"/>
    <p:sldId id="1799" r:id="rId472"/>
    <p:sldId id="1800" r:id="rId473"/>
    <p:sldId id="1802" r:id="rId474"/>
    <p:sldId id="1427" r:id="rId475"/>
    <p:sldId id="1225" r:id="rId476"/>
    <p:sldId id="1212" r:id="rId477"/>
    <p:sldId id="1213" r:id="rId478"/>
    <p:sldId id="1216" r:id="rId479"/>
    <p:sldId id="1210" r:id="rId480"/>
    <p:sldId id="1151" r:id="rId481"/>
    <p:sldId id="1217" r:id="rId482"/>
    <p:sldId id="1226" r:id="rId483"/>
    <p:sldId id="443" r:id="rId484"/>
    <p:sldId id="445" r:id="rId485"/>
    <p:sldId id="446" r:id="rId486"/>
    <p:sldId id="1293" r:id="rId487"/>
    <p:sldId id="1403" r:id="rId488"/>
    <p:sldId id="1635" r:id="rId489"/>
    <p:sldId id="1670" r:id="rId490"/>
    <p:sldId id="1671" r:id="rId491"/>
    <p:sldId id="1619" r:id="rId492"/>
    <p:sldId id="1290" r:id="rId493"/>
    <p:sldId id="1636" r:id="rId494"/>
    <p:sldId id="1623" r:id="rId495"/>
    <p:sldId id="1294" r:id="rId496"/>
    <p:sldId id="1638" r:id="rId497"/>
    <p:sldId id="1283" r:id="rId498"/>
    <p:sldId id="1677" r:id="rId499"/>
    <p:sldId id="1676" r:id="rId500"/>
    <p:sldId id="1640" r:id="rId501"/>
    <p:sldId id="1510" r:id="rId502"/>
    <p:sldId id="1292" r:id="rId503"/>
    <p:sldId id="1688" r:id="rId504"/>
    <p:sldId id="1533" r:id="rId505"/>
    <p:sldId id="1718" r:id="rId506"/>
    <p:sldId id="1719" r:id="rId507"/>
    <p:sldId id="440" r:id="rId508"/>
    <p:sldId id="823" r:id="rId509"/>
    <p:sldId id="570" r:id="rId510"/>
    <p:sldId id="827" r:id="rId511"/>
    <p:sldId id="453" r:id="rId512"/>
    <p:sldId id="574" r:id="rId513"/>
    <p:sldId id="1528" r:id="rId514"/>
    <p:sldId id="838" r:id="rId515"/>
    <p:sldId id="839" r:id="rId516"/>
    <p:sldId id="1271" r:id="rId517"/>
    <p:sldId id="1059" r:id="rId518"/>
    <p:sldId id="1060" r:id="rId519"/>
    <p:sldId id="1639" r:id="rId520"/>
    <p:sldId id="1749" r:id="rId521"/>
    <p:sldId id="1750" r:id="rId522"/>
    <p:sldId id="1418" r:id="rId523"/>
    <p:sldId id="1558" r:id="rId524"/>
    <p:sldId id="1751" r:id="rId525"/>
    <p:sldId id="1605" r:id="rId526"/>
    <p:sldId id="1615" r:id="rId527"/>
    <p:sldId id="1602" r:id="rId528"/>
    <p:sldId id="1616" r:id="rId529"/>
    <p:sldId id="1618" r:id="rId530"/>
    <p:sldId id="1731" r:id="rId531"/>
    <p:sldId id="576" r:id="rId532"/>
    <p:sldId id="824" r:id="rId533"/>
    <p:sldId id="577" r:id="rId534"/>
    <p:sldId id="935" r:id="rId535"/>
    <p:sldId id="371" r:id="rId536"/>
    <p:sldId id="575" r:id="rId537"/>
    <p:sldId id="1426" r:id="rId538"/>
    <p:sldId id="1165" r:id="rId539"/>
    <p:sldId id="1166" r:id="rId540"/>
    <p:sldId id="937" r:id="rId541"/>
    <p:sldId id="894" r:id="rId542"/>
    <p:sldId id="532" r:id="rId543"/>
    <p:sldId id="1167" r:id="rId544"/>
    <p:sldId id="1168" r:id="rId545"/>
    <p:sldId id="587" r:id="rId546"/>
    <p:sldId id="675" r:id="rId547"/>
    <p:sldId id="588" r:id="rId548"/>
    <p:sldId id="997" r:id="rId549"/>
    <p:sldId id="1768" r:id="rId550"/>
    <p:sldId id="856" r:id="rId551"/>
    <p:sldId id="857" r:id="rId552"/>
    <p:sldId id="1600" r:id="rId553"/>
    <p:sldId id="1697" r:id="rId554"/>
    <p:sldId id="1646" r:id="rId555"/>
    <p:sldId id="1645" r:id="rId556"/>
    <p:sldId id="1620" r:id="rId557"/>
    <p:sldId id="1621" r:id="rId558"/>
    <p:sldId id="1612" r:id="rId559"/>
    <p:sldId id="1613" r:id="rId560"/>
    <p:sldId id="1611" r:id="rId561"/>
    <p:sldId id="1609" r:id="rId562"/>
    <p:sldId id="1637" r:id="rId563"/>
    <p:sldId id="1654" r:id="rId564"/>
    <p:sldId id="1634" r:id="rId565"/>
    <p:sldId id="706" r:id="rId566"/>
    <p:sldId id="589" r:id="rId567"/>
    <p:sldId id="998" r:id="rId568"/>
    <p:sldId id="707" r:id="rId569"/>
    <p:sldId id="815" r:id="rId570"/>
    <p:sldId id="1410" r:id="rId571"/>
    <p:sldId id="979" r:id="rId572"/>
    <p:sldId id="982" r:id="rId573"/>
    <p:sldId id="983" r:id="rId574"/>
    <p:sldId id="975" r:id="rId575"/>
    <p:sldId id="708" r:id="rId576"/>
    <p:sldId id="593" r:id="rId577"/>
    <p:sldId id="709" r:id="rId578"/>
    <p:sldId id="594" r:id="rId579"/>
    <p:sldId id="1690" r:id="rId580"/>
    <p:sldId id="710" r:id="rId581"/>
    <p:sldId id="1547" r:id="rId582"/>
    <p:sldId id="607" r:id="rId583"/>
    <p:sldId id="336" r:id="rId584"/>
    <p:sldId id="337" r:id="rId585"/>
    <p:sldId id="748" r:id="rId586"/>
    <p:sldId id="1034" r:id="rId587"/>
    <p:sldId id="508" r:id="rId588"/>
    <p:sldId id="622" r:id="rId589"/>
    <p:sldId id="1194" r:id="rId590"/>
    <p:sldId id="989" r:id="rId591"/>
    <p:sldId id="1228" r:id="rId592"/>
    <p:sldId id="987" r:id="rId593"/>
    <p:sldId id="623" r:id="rId594"/>
    <p:sldId id="1035" r:id="rId595"/>
    <p:sldId id="1514" r:id="rId596"/>
    <p:sldId id="1607" r:id="rId597"/>
    <p:sldId id="1608" r:id="rId598"/>
    <p:sldId id="1196" r:id="rId599"/>
    <p:sldId id="990" r:id="rId600"/>
    <p:sldId id="991" r:id="rId601"/>
    <p:sldId id="1224" r:id="rId602"/>
    <p:sldId id="627" r:id="rId603"/>
    <p:sldId id="628" r:id="rId604"/>
    <p:sldId id="1036" r:id="rId605"/>
    <p:sldId id="626" r:id="rId606"/>
    <p:sldId id="992" r:id="rId607"/>
    <p:sldId id="1682" r:id="rId608"/>
    <p:sldId id="1683" r:id="rId609"/>
    <p:sldId id="1037" r:id="rId610"/>
    <p:sldId id="629" r:id="rId611"/>
    <p:sldId id="1274" r:id="rId612"/>
    <p:sldId id="1038" r:id="rId613"/>
    <p:sldId id="630" r:id="rId614"/>
    <p:sldId id="1039" r:id="rId615"/>
    <p:sldId id="1082" r:id="rId616"/>
    <p:sldId id="1197" r:id="rId617"/>
    <p:sldId id="818" r:id="rId618"/>
    <p:sldId id="1081" r:id="rId619"/>
    <p:sldId id="1712" r:id="rId620"/>
    <p:sldId id="1678" r:id="rId621"/>
    <p:sldId id="993" r:id="rId622"/>
    <p:sldId id="1083" r:id="rId623"/>
    <p:sldId id="1198" r:id="rId624"/>
    <p:sldId id="913" r:id="rId625"/>
    <p:sldId id="1085" r:id="rId626"/>
    <p:sldId id="1681" r:id="rId627"/>
    <p:sldId id="1679" r:id="rId628"/>
    <p:sldId id="994" r:id="rId629"/>
    <p:sldId id="1548" r:id="rId630"/>
    <p:sldId id="1272" r:id="rId631"/>
    <p:sldId id="1538" r:id="rId632"/>
    <p:sldId id="1084" r:id="rId633"/>
    <p:sldId id="751" r:id="rId634"/>
    <p:sldId id="1781" r:id="rId635"/>
    <p:sldId id="1632" r:id="rId636"/>
    <p:sldId id="1530" r:id="rId637"/>
    <p:sldId id="1753" r:id="rId638"/>
    <p:sldId id="1754" r:id="rId639"/>
    <p:sldId id="1755" r:id="rId640"/>
    <p:sldId id="1756" r:id="rId641"/>
    <p:sldId id="1757" r:id="rId642"/>
    <p:sldId id="1529" r:id="rId643"/>
    <p:sldId id="1601" r:id="rId644"/>
    <p:sldId id="1689" r:id="rId645"/>
    <p:sldId id="1666" r:id="rId646"/>
    <p:sldId id="1625" r:id="rId647"/>
    <p:sldId id="1653" r:id="rId648"/>
    <p:sldId id="1644" r:id="rId649"/>
    <p:sldId id="1626" r:id="rId650"/>
    <p:sldId id="1698" r:id="rId651"/>
    <p:sldId id="1531" r:id="rId652"/>
    <p:sldId id="1532" r:id="rId653"/>
    <p:sldId id="1539" r:id="rId654"/>
    <p:sldId id="1724" r:id="rId655"/>
    <p:sldId id="352" r:id="rId656"/>
    <p:sldId id="1275" r:id="rId657"/>
    <p:sldId id="1606" r:id="rId658"/>
    <p:sldId id="633" r:id="rId659"/>
    <p:sldId id="521" r:id="rId660"/>
    <p:sldId id="1337" r:id="rId661"/>
    <p:sldId id="1669" r:id="rId662"/>
    <p:sldId id="1667" r:id="rId663"/>
    <p:sldId id="1668" r:id="rId664"/>
    <p:sldId id="1717" r:id="rId665"/>
    <p:sldId id="1610" r:id="rId666"/>
    <p:sldId id="1649" r:id="rId667"/>
    <p:sldId id="1685" r:id="rId668"/>
    <p:sldId id="1687" r:id="rId669"/>
    <p:sldId id="1686" r:id="rId670"/>
    <p:sldId id="1617" r:id="rId671"/>
    <p:sldId id="1160" r:id="rId672"/>
    <p:sldId id="1701" r:id="rId673"/>
    <p:sldId id="1651" r:id="rId674"/>
    <p:sldId id="1652" r:id="rId675"/>
    <p:sldId id="1340" r:id="rId676"/>
    <p:sldId id="1352" r:id="rId677"/>
    <p:sldId id="1650" r:id="rId678"/>
    <p:sldId id="1594" r:id="rId679"/>
    <p:sldId id="1604" r:id="rId680"/>
    <p:sldId id="1643" r:id="rId681"/>
    <p:sldId id="1595" r:id="rId682"/>
    <p:sldId id="1597" r:id="rId683"/>
    <p:sldId id="1599" r:id="rId684"/>
    <p:sldId id="1596" r:id="rId685"/>
    <p:sldId id="1603" r:id="rId686"/>
    <p:sldId id="368" r:id="rId687"/>
    <p:sldId id="636" r:id="rId688"/>
    <p:sldId id="663" r:id="rId689"/>
    <p:sldId id="664" r:id="rId690"/>
    <p:sldId id="637" r:id="rId691"/>
    <p:sldId id="638" r:id="rId692"/>
    <p:sldId id="712" r:id="rId693"/>
    <p:sldId id="713" r:id="rId694"/>
    <p:sldId id="714" r:id="rId695"/>
    <p:sldId id="836" r:id="rId696"/>
    <p:sldId id="837" r:id="rId697"/>
    <p:sldId id="342" r:id="rId698"/>
    <p:sldId id="1067" r:id="rId699"/>
    <p:sldId id="1473" r:id="rId700"/>
    <p:sldId id="1343" r:id="rId701"/>
    <p:sldId id="1068" r:id="rId702"/>
    <p:sldId id="727" r:id="rId703"/>
    <p:sldId id="1512" r:id="rId704"/>
    <p:sldId id="728" r:id="rId705"/>
    <p:sldId id="1513" r:id="rId706"/>
    <p:sldId id="781" r:id="rId707"/>
    <p:sldId id="1007" r:id="rId708"/>
    <p:sldId id="730" r:id="rId709"/>
    <p:sldId id="1264" r:id="rId710"/>
    <p:sldId id="1448" r:id="rId711"/>
    <p:sldId id="1449" r:id="rId712"/>
    <p:sldId id="1450" r:id="rId713"/>
    <p:sldId id="1157" r:id="rId714"/>
    <p:sldId id="1158" r:id="rId715"/>
    <p:sldId id="775" r:id="rId716"/>
    <p:sldId id="354" r:id="rId717"/>
    <p:sldId id="735" r:id="rId718"/>
    <p:sldId id="738" r:id="rId719"/>
    <p:sldId id="774" r:id="rId720"/>
    <p:sldId id="1549" r:id="rId721"/>
    <p:sldId id="1550" r:id="rId722"/>
    <p:sldId id="737" r:id="rId723"/>
    <p:sldId id="740" r:id="rId724"/>
    <p:sldId id="683" r:id="rId725"/>
    <p:sldId id="684" r:id="rId726"/>
    <p:sldId id="682" r:id="rId727"/>
    <p:sldId id="1405" r:id="rId728"/>
    <p:sldId id="1434" r:id="rId729"/>
    <p:sldId id="1432" r:id="rId730"/>
    <p:sldId id="1385" r:id="rId731"/>
    <p:sldId id="1433" r:id="rId732"/>
    <p:sldId id="1438" r:id="rId733"/>
    <p:sldId id="1439" r:id="rId734"/>
    <p:sldId id="1440" r:id="rId735"/>
    <p:sldId id="1431" r:id="rId736"/>
    <p:sldId id="1436" r:id="rId737"/>
    <p:sldId id="968" r:id="rId738"/>
    <p:sldId id="969" r:id="rId739"/>
    <p:sldId id="609" r:id="rId740"/>
    <p:sldId id="610" r:id="rId741"/>
    <p:sldId id="703" r:id="rId742"/>
    <p:sldId id="611" r:id="rId743"/>
    <p:sldId id="612" r:id="rId744"/>
    <p:sldId id="704" r:id="rId745"/>
    <p:sldId id="613" r:id="rId746"/>
    <p:sldId id="705" r:id="rId747"/>
    <p:sldId id="614" r:id="rId748"/>
    <p:sldId id="1045" r:id="rId749"/>
    <p:sldId id="1382" r:id="rId750"/>
    <p:sldId id="1492" r:id="rId751"/>
    <p:sldId id="1748" r:id="rId752"/>
    <p:sldId id="1723" r:id="rId753"/>
    <p:sldId id="986" r:id="rId754"/>
    <p:sldId id="427" r:id="rId755"/>
    <p:sldId id="689" r:id="rId756"/>
    <p:sldId id="731" r:id="rId757"/>
    <p:sldId id="732" r:id="rId758"/>
    <p:sldId id="758" r:id="rId759"/>
    <p:sldId id="759" r:id="rId760"/>
    <p:sldId id="1417" r:id="rId761"/>
    <p:sldId id="916" r:id="rId762"/>
    <p:sldId id="917" r:id="rId763"/>
    <p:sldId id="840" r:id="rId764"/>
    <p:sldId id="841" r:id="rId765"/>
    <p:sldId id="939" r:id="rId766"/>
    <p:sldId id="766" r:id="rId767"/>
    <p:sldId id="767" r:id="rId768"/>
    <p:sldId id="776" r:id="rId769"/>
    <p:sldId id="752" r:id="rId770"/>
    <p:sldId id="753" r:id="rId771"/>
    <p:sldId id="764" r:id="rId772"/>
    <p:sldId id="1507" r:id="rId773"/>
    <p:sldId id="765" r:id="rId774"/>
    <p:sldId id="1472" r:id="rId775"/>
    <p:sldId id="874" r:id="rId776"/>
    <p:sldId id="946" r:id="rId777"/>
    <p:sldId id="943" r:id="rId778"/>
    <p:sldId id="755" r:id="rId779"/>
    <p:sldId id="754" r:id="rId780"/>
    <p:sldId id="670" r:id="rId781"/>
    <p:sldId id="1347" r:id="rId782"/>
    <p:sldId id="777" r:id="rId783"/>
    <p:sldId id="762" r:id="rId784"/>
    <p:sldId id="763" r:id="rId785"/>
    <p:sldId id="769" r:id="rId786"/>
    <p:sldId id="1398" r:id="rId787"/>
    <p:sldId id="770" r:id="rId788"/>
    <p:sldId id="873" r:id="rId789"/>
    <p:sldId id="1527" r:id="rId790"/>
    <p:sldId id="1664" r:id="rId791"/>
    <p:sldId id="1713" r:id="rId792"/>
    <p:sldId id="1804" r:id="rId793"/>
    <p:sldId id="1714" r:id="rId794"/>
    <p:sldId id="875" r:id="rId795"/>
    <p:sldId id="1469" r:id="rId796"/>
    <p:sldId id="1556" r:id="rId797"/>
    <p:sldId id="1412" r:id="rId798"/>
    <p:sldId id="583" r:id="rId799"/>
    <p:sldId id="584" r:id="rId800"/>
    <p:sldId id="585" r:id="rId801"/>
    <p:sldId id="1069" r:id="rId802"/>
    <p:sldId id="1442" r:id="rId803"/>
    <p:sldId id="1790" r:id="rId804"/>
    <p:sldId id="1743" r:id="rId805"/>
    <p:sldId id="1742" r:id="rId806"/>
    <p:sldId id="1777" r:id="rId807"/>
    <p:sldId id="1778" r:id="rId808"/>
    <p:sldId id="1715" r:id="rId809"/>
    <p:sldId id="1716" r:id="rId810"/>
    <p:sldId id="1770" r:id="rId811"/>
    <p:sldId id="1771" r:id="rId812"/>
    <p:sldId id="1785" r:id="rId813"/>
    <p:sldId id="1786" r:id="rId814"/>
    <p:sldId id="1784" r:id="rId815"/>
    <p:sldId id="1792" r:id="rId816"/>
    <p:sldId id="1789" r:id="rId817"/>
    <p:sldId id="1788" r:id="rId818"/>
    <p:sldId id="1787" r:id="rId819"/>
    <p:sldId id="1791" r:id="rId820"/>
    <p:sldId id="1793" r:id="rId821"/>
    <p:sldId id="1794" r:id="rId822"/>
    <p:sldId id="1795" r:id="rId823"/>
    <p:sldId id="1796" r:id="rId824"/>
    <p:sldId id="952" r:id="rId825"/>
    <p:sldId id="1555" r:id="rId826"/>
    <p:sldId id="1554" r:id="rId827"/>
    <p:sldId id="1348" r:id="rId828"/>
    <p:sldId id="1524" r:id="rId829"/>
    <p:sldId id="1349" r:id="rId830"/>
    <p:sldId id="1396" r:id="rId831"/>
    <p:sldId id="1397" r:id="rId832"/>
    <p:sldId id="1350" r:id="rId833"/>
    <p:sldId id="761" r:id="rId834"/>
    <p:sldId id="1780" r:id="rId835"/>
    <p:sldId id="1404" r:id="rId836"/>
    <p:sldId id="861" r:id="rId837"/>
    <p:sldId id="862" r:id="rId838"/>
    <p:sldId id="756" r:id="rId839"/>
    <p:sldId id="1506" r:id="rId840"/>
    <p:sldId id="771" r:id="rId841"/>
    <p:sldId id="876" r:id="rId842"/>
    <p:sldId id="1471" r:id="rId843"/>
    <p:sldId id="1393" r:id="rId844"/>
    <p:sldId id="1389" r:id="rId845"/>
    <p:sldId id="1457" r:id="rId846"/>
    <p:sldId id="1458" r:id="rId847"/>
    <p:sldId id="1459" r:id="rId848"/>
    <p:sldId id="1505" r:id="rId849"/>
    <p:sldId id="1428" r:id="rId850"/>
    <p:sldId id="1665" r:id="rId851"/>
    <p:sldId id="778" r:id="rId852"/>
    <p:sldId id="779" r:id="rId853"/>
    <p:sldId id="834" r:id="rId854"/>
    <p:sldId id="780" r:id="rId855"/>
    <p:sldId id="833" r:id="rId856"/>
    <p:sldId id="783" r:id="rId857"/>
    <p:sldId id="880" r:id="rId858"/>
    <p:sldId id="1769" r:id="rId859"/>
    <p:sldId id="881" r:id="rId860"/>
    <p:sldId id="879" r:id="rId861"/>
    <p:sldId id="866" r:id="rId862"/>
    <p:sldId id="1341" r:id="rId863"/>
    <p:sldId id="1390" r:id="rId864"/>
    <p:sldId id="1774" r:id="rId865"/>
    <p:sldId id="1775" r:id="rId866"/>
    <p:sldId id="1391" r:id="rId867"/>
    <p:sldId id="878" r:id="rId868"/>
    <p:sldId id="867" r:id="rId869"/>
    <p:sldId id="868" r:id="rId870"/>
    <p:sldId id="870" r:id="rId871"/>
    <p:sldId id="1241" r:id="rId872"/>
    <p:sldId id="1411" r:id="rId873"/>
    <p:sldId id="869" r:id="rId874"/>
    <p:sldId id="1342" r:id="rId875"/>
    <p:sldId id="1367" r:id="rId876"/>
    <p:sldId id="1377" r:id="rId877"/>
    <p:sldId id="1379" r:id="rId878"/>
    <p:sldId id="1368" r:id="rId879"/>
    <p:sldId id="1369" r:id="rId880"/>
    <p:sldId id="1380" r:id="rId881"/>
    <p:sldId id="1381" r:id="rId882"/>
    <p:sldId id="1370" r:id="rId883"/>
    <p:sldId id="1371" r:id="rId884"/>
    <p:sldId id="1372" r:id="rId885"/>
    <p:sldId id="1373" r:id="rId886"/>
    <p:sldId id="1374" r:id="rId887"/>
    <p:sldId id="1375" r:id="rId888"/>
    <p:sldId id="1033" r:id="rId889"/>
    <p:sldId id="1021" r:id="rId890"/>
    <p:sldId id="1022" r:id="rId891"/>
    <p:sldId id="1023" r:id="rId892"/>
    <p:sldId id="1024" r:id="rId893"/>
    <p:sldId id="1025" r:id="rId894"/>
    <p:sldId id="1027" r:id="rId895"/>
    <p:sldId id="1028" r:id="rId896"/>
    <p:sldId id="1029" r:id="rId897"/>
    <p:sldId id="1030" r:id="rId898"/>
    <p:sldId id="1032" r:id="rId899"/>
    <p:sldId id="1031" r:id="rId900"/>
    <p:sldId id="1526" r:id="rId901"/>
    <p:sldId id="885" r:id="rId902"/>
    <p:sldId id="1074" r:id="rId903"/>
    <p:sldId id="976" r:id="rId904"/>
    <p:sldId id="933" r:id="rId905"/>
    <p:sldId id="954" r:id="rId906"/>
    <p:sldId id="788" r:id="rId907"/>
    <p:sldId id="1502" r:id="rId908"/>
    <p:sldId id="1456" r:id="rId909"/>
    <p:sldId id="1489" r:id="rId910"/>
    <p:sldId id="1503" r:id="rId911"/>
    <p:sldId id="1493" r:id="rId912"/>
    <p:sldId id="1495" r:id="rId913"/>
    <p:sldId id="1511" r:id="rId914"/>
    <p:sldId id="1504" r:id="rId915"/>
    <p:sldId id="1557" r:id="rId916"/>
    <p:sldId id="1736" r:id="rId917"/>
    <p:sldId id="1752" r:id="rId918"/>
    <p:sldId id="1782" r:id="rId919"/>
    <p:sldId id="1783" r:id="rId9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12AA"/>
    <a:srgbClr val="3939F5"/>
    <a:srgbClr val="262658"/>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8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925" Type="http://schemas.openxmlformats.org/officeDocument/2006/relationships/theme" Target="theme/theme1.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slide" Target="slides/slide917.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slide" Target="slides/slide919.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924" Type="http://schemas.openxmlformats.org/officeDocument/2006/relationships/viewProps" Target="viewProps.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slide" Target="slides/slide916.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723" Type="http://schemas.openxmlformats.org/officeDocument/2006/relationships/slide" Target="slides/slide722.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notesMaster" Target="notesMasters/notesMaster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923" Type="http://schemas.openxmlformats.org/officeDocument/2006/relationships/presProps" Target="presProps.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commentAuthors" Target="commentAuthor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926" Type="http://schemas.openxmlformats.org/officeDocument/2006/relationships/tableStyles" Target="tableStyles.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slide" Target="slides/slide918.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65" Type="http://schemas.openxmlformats.org/officeDocument/2006/relationships/slide" Target="slides/slide7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29-09-2026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8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3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3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103</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131</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143</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250</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251</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277</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278</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284</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290</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299</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301</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303</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312</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314</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363</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369</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378</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379</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402</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426</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455</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503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592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650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653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731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832</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860</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9/29/2026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4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9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9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9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6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124744"/>
            <a:ext cx="11521280" cy="3477875"/>
          </a:xfrm>
          <a:prstGeom prst="rect">
            <a:avLst/>
          </a:prstGeom>
          <a:noFill/>
        </p:spPr>
        <p:txBody>
          <a:bodyPr wrap="square">
            <a:spAutoFit/>
          </a:bodyPr>
          <a:lstStyle/>
          <a:p>
            <a:endParaRPr lang="en-IN" sz="2200" dirty="0"/>
          </a:p>
          <a:p>
            <a:r>
              <a:rPr lang="en-IN" sz="2200" b="1" dirty="0"/>
              <a:t>SQL keywords </a:t>
            </a:r>
            <a:r>
              <a:rPr lang="en-IN" sz="2200" dirty="0"/>
              <a:t>→ Case-insensitive</a:t>
            </a:r>
          </a:p>
          <a:p>
            <a:endParaRPr lang="en-IN" sz="2200" dirty="0"/>
          </a:p>
          <a:p>
            <a:r>
              <a:rPr lang="en-IN" sz="2200" b="1" dirty="0"/>
              <a:t>Table name</a:t>
            </a:r>
            <a:r>
              <a:rPr lang="en-IN" sz="2200" dirty="0"/>
              <a:t>s → Depends on operating system</a:t>
            </a:r>
          </a:p>
          <a:p>
            <a:endParaRPr lang="en-IN" sz="2200" dirty="0"/>
          </a:p>
          <a:p>
            <a:r>
              <a:rPr lang="en-IN" sz="2200" b="1" dirty="0"/>
              <a:t>Database/schema names </a:t>
            </a:r>
            <a:r>
              <a:rPr lang="en-IN" sz="2200" dirty="0"/>
              <a:t>→ can also be OS-dependent</a:t>
            </a:r>
          </a:p>
          <a:p>
            <a:endParaRPr lang="en-IN" sz="2200" dirty="0"/>
          </a:p>
          <a:p>
            <a:r>
              <a:rPr lang="en-IN" sz="2200" b="1" dirty="0"/>
              <a:t>Column names </a:t>
            </a:r>
            <a:r>
              <a:rPr lang="en-IN" sz="2200" dirty="0"/>
              <a:t>→ Case-insensitive</a:t>
            </a:r>
          </a:p>
          <a:p>
            <a:endParaRPr lang="en-IN" sz="2200" dirty="0"/>
          </a:p>
          <a:p>
            <a:r>
              <a:rPr lang="en-IN" sz="2200" b="1" dirty="0"/>
              <a:t>String values </a:t>
            </a:r>
            <a:r>
              <a:rPr lang="en-IN" sz="2200" dirty="0"/>
              <a:t>→ Depends on collation</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131865" y="5085184"/>
            <a:ext cx="11881320" cy="830997"/>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dirty="0">
                <a:solidFill>
                  <a:srgbClr val="0070C0"/>
                </a:solidFill>
              </a:rPr>
              <a:t>If A and a, B and b,  . . . . are treated in the same way then it is case-insensitive. </a:t>
            </a:r>
            <a:r>
              <a:rPr lang="en-US" b="1" dirty="0">
                <a:solidFill>
                  <a:srgbClr val="0070C0"/>
                </a:solidFill>
              </a:rPr>
              <a:t>MySQL is case-insensitive</a:t>
            </a:r>
            <a:endParaRPr lang="en-IN"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477328"/>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t>
            </a:r>
          </a:p>
          <a:p>
            <a:pPr marL="285750" indent="-285750">
              <a:buFont typeface="Arial" panose="020B0604020202020204" pitchFamily="34" charset="0"/>
              <a:buChar char="•"/>
            </a:pPr>
            <a:r>
              <a:rPr lang="en-IN" dirty="0">
                <a:latin typeface="Gill Sans MT (Body)"/>
              </a:rPr>
              <a:t>A foreign key is a column or group of columns in a relational database table that establishes a link between data in two tables. </a:t>
            </a:r>
          </a:p>
          <a:p>
            <a:pPr marL="285750" indent="-285750">
              <a:buFont typeface="Arial" panose="020B0604020202020204" pitchFamily="34" charset="0"/>
              <a:buChar char="•"/>
            </a:pPr>
            <a:r>
              <a:rPr lang="en-IN" dirty="0">
                <a:latin typeface="Gill Sans MT (Body)"/>
              </a:rPr>
              <a:t>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5B43ABC-45AF-80AF-11AD-8C4FF7629A19}"/>
              </a:ext>
            </a:extLst>
          </p:cNvPr>
          <p:cNvSpPr txBox="1"/>
          <p:nvPr/>
        </p:nvSpPr>
        <p:spPr>
          <a:xfrm>
            <a:off x="407368" y="836712"/>
            <a:ext cx="11449272" cy="1154162"/>
          </a:xfrm>
          <a:prstGeom prst="rect">
            <a:avLst/>
          </a:prstGeom>
          <a:noFill/>
        </p:spPr>
        <p:txBody>
          <a:bodyPr wrap="square">
            <a:spAutoFit/>
          </a:bodyPr>
          <a:lstStyle/>
          <a:p>
            <a:r>
              <a:rPr lang="en-IN" sz="2000" b="1" dirty="0">
                <a:latin typeface="Gill Sans MT (Body)"/>
              </a:rPr>
              <a:t>To understand the difference is to think as</a:t>
            </a:r>
          </a:p>
          <a:p>
            <a:endParaRPr lang="en-IN" sz="900" dirty="0">
              <a:latin typeface="Gill Sans MT (Body)"/>
            </a:endParaRPr>
          </a:p>
          <a:p>
            <a:pPr marL="342900" indent="-342900">
              <a:buFont typeface="+mj-lt"/>
              <a:buAutoNum type="arabicPeriod"/>
            </a:pPr>
            <a:r>
              <a:rPr lang="en-IN" sz="2000" b="1" i="1" dirty="0">
                <a:solidFill>
                  <a:srgbClr val="7D2170"/>
                </a:solidFill>
                <a:latin typeface="Gill Sans MT (Body)"/>
              </a:rPr>
              <a:t>“reference” </a:t>
            </a:r>
            <a:r>
              <a:rPr lang="en-IN" sz="2000" dirty="0">
                <a:latin typeface="Gill Sans MT (Body)"/>
              </a:rPr>
              <a:t>as the relationship and </a:t>
            </a:r>
          </a:p>
          <a:p>
            <a:pPr marL="342900" indent="-342900">
              <a:buFont typeface="+mj-lt"/>
              <a:buAutoNum type="arabicPeriod"/>
            </a:pPr>
            <a:r>
              <a:rPr lang="en-IN" sz="2000" b="1" i="1" dirty="0">
                <a:solidFill>
                  <a:srgbClr val="7D2170"/>
                </a:solidFill>
                <a:latin typeface="Gill Sans MT (Body)"/>
              </a:rPr>
              <a:t>“referential key” </a:t>
            </a:r>
            <a:r>
              <a:rPr lang="en-IN" sz="2000" dirty="0">
                <a:latin typeface="Gill Sans MT (Body)"/>
              </a:rPr>
              <a:t>as the key used to create that relationship.</a:t>
            </a:r>
          </a:p>
        </p:txBody>
      </p:sp>
      <p:sp>
        <p:nvSpPr>
          <p:cNvPr id="5" name="Rectangle 4">
            <a:extLst>
              <a:ext uri="{FF2B5EF4-FFF2-40B4-BE49-F238E27FC236}">
                <a16:creationId xmlns:a16="http://schemas.microsoft.com/office/drawing/2014/main" id="{B41BAFB0-76C1-BE6F-A7EE-2A2BDB621278}"/>
              </a:ext>
            </a:extLst>
          </p:cNvPr>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reference / referential key </a:t>
            </a:r>
          </a:p>
        </p:txBody>
      </p:sp>
      <p:sp>
        <p:nvSpPr>
          <p:cNvPr id="7" name="TextBox 6">
            <a:extLst>
              <a:ext uri="{FF2B5EF4-FFF2-40B4-BE49-F238E27FC236}">
                <a16:creationId xmlns:a16="http://schemas.microsoft.com/office/drawing/2014/main" id="{178A282C-09BB-C344-100E-A1B6D9C238C4}"/>
              </a:ext>
            </a:extLst>
          </p:cNvPr>
          <p:cNvSpPr txBox="1"/>
          <p:nvPr/>
        </p:nvSpPr>
        <p:spPr>
          <a:xfrm>
            <a:off x="119336" y="2564904"/>
            <a:ext cx="6408712" cy="4154984"/>
          </a:xfrm>
          <a:prstGeom prst="rect">
            <a:avLst/>
          </a:prstGeom>
          <a:noFill/>
        </p:spPr>
        <p:txBody>
          <a:bodyPr wrap="square">
            <a:spAutoFit/>
          </a:bodyPr>
          <a:lstStyle/>
          <a:p>
            <a:r>
              <a:rPr lang="en-IN" sz="2000" dirty="0"/>
              <a:t>                             </a:t>
            </a:r>
            <a:r>
              <a:rPr lang="en-IN" sz="2000" b="1" dirty="0"/>
              <a:t>REFERENCE</a:t>
            </a:r>
          </a:p>
          <a:p>
            <a:r>
              <a:rPr lang="en-IN" sz="2000" dirty="0"/>
              <a:t>                      </a:t>
            </a:r>
            <a:r>
              <a:rPr lang="en-IN" sz="2000" b="1" dirty="0"/>
              <a:t>"Connection / pointing"</a:t>
            </a:r>
          </a:p>
          <a:p>
            <a:r>
              <a:rPr lang="en-IN" sz="2000" dirty="0"/>
              <a:t>                                     │</a:t>
            </a:r>
          </a:p>
          <a:p>
            <a:r>
              <a:rPr lang="en-IN" sz="2000" dirty="0"/>
              <a:t>                                      ↓</a:t>
            </a:r>
          </a:p>
          <a:p>
            <a:r>
              <a:rPr lang="en-IN" sz="2000" dirty="0"/>
              <a:t>EMPLOYEE </a:t>
            </a:r>
            <a:r>
              <a:rPr lang="en-IN" sz="2400" dirty="0">
                <a:solidFill>
                  <a:srgbClr val="FF0000"/>
                </a:solidFill>
              </a:rPr>
              <a:t>─────────────→</a:t>
            </a:r>
            <a:r>
              <a:rPr lang="en-IN" sz="2000" dirty="0"/>
              <a:t> DEPARTMENT</a:t>
            </a:r>
          </a:p>
          <a:p>
            <a:r>
              <a:rPr lang="en-IN" sz="2000" dirty="0"/>
              <a:t>      </a:t>
            </a:r>
            <a:r>
              <a:rPr lang="en-IN" sz="2000" dirty="0">
                <a:solidFill>
                  <a:srgbClr val="FF0000"/>
                </a:solidFill>
              </a:rPr>
              <a:t>│                                                              │</a:t>
            </a:r>
          </a:p>
          <a:p>
            <a:r>
              <a:rPr lang="en-IN" sz="2000" dirty="0">
                <a:solidFill>
                  <a:srgbClr val="FF0000"/>
                </a:solidFill>
              </a:rPr>
              <a:t>      │                                                              │</a:t>
            </a:r>
          </a:p>
          <a:p>
            <a:r>
              <a:rPr lang="en-IN" sz="2000" dirty="0">
                <a:solidFill>
                  <a:srgbClr val="FF0000"/>
                </a:solidFill>
              </a:rPr>
              <a:t>       ↓                                                                ↓</a:t>
            </a:r>
          </a:p>
          <a:p>
            <a:r>
              <a:rPr lang="en-IN" sz="2000" dirty="0"/>
              <a:t>  </a:t>
            </a:r>
            <a:r>
              <a:rPr lang="en-IN" sz="2000" b="1" i="1" dirty="0">
                <a:solidFill>
                  <a:srgbClr val="B212AA"/>
                </a:solidFill>
              </a:rPr>
              <a:t>Foreign Key</a:t>
            </a:r>
            <a:r>
              <a:rPr lang="en-IN" sz="2000" dirty="0"/>
              <a:t>                                           Referenced Key</a:t>
            </a:r>
          </a:p>
          <a:p>
            <a:r>
              <a:rPr lang="en-IN" sz="2000" dirty="0"/>
              <a:t>department_id                                          department_id</a:t>
            </a:r>
          </a:p>
          <a:p>
            <a:r>
              <a:rPr lang="en-IN" sz="2000" dirty="0"/>
              <a:t>                                                                        </a:t>
            </a:r>
            <a:r>
              <a:rPr lang="en-IN" sz="2000" dirty="0">
                <a:solidFill>
                  <a:srgbClr val="FF0000"/>
                </a:solidFill>
              </a:rPr>
              <a:t>│</a:t>
            </a:r>
          </a:p>
          <a:p>
            <a:r>
              <a:rPr lang="en-IN" sz="2000">
                <a:solidFill>
                  <a:srgbClr val="FF0000"/>
                </a:solidFill>
              </a:rPr>
              <a:t>                                                                         </a:t>
            </a:r>
            <a:r>
              <a:rPr lang="en-IN" sz="2000" dirty="0">
                <a:solidFill>
                  <a:srgbClr val="FF0000"/>
                </a:solidFill>
              </a:rPr>
              <a:t>↓</a:t>
            </a:r>
          </a:p>
          <a:p>
            <a:r>
              <a:rPr lang="en-IN" sz="2000" dirty="0"/>
              <a:t>                                                                 </a:t>
            </a:r>
            <a:r>
              <a:rPr lang="en-IN" sz="2000" b="1" i="1" dirty="0">
                <a:solidFill>
                  <a:srgbClr val="B212AA"/>
                </a:solidFill>
              </a:rPr>
              <a:t>Primary</a:t>
            </a:r>
            <a:r>
              <a:rPr lang="en-IN" sz="2000" dirty="0"/>
              <a:t> </a:t>
            </a:r>
            <a:r>
              <a:rPr lang="en-IN" sz="2000" b="1" i="1" dirty="0">
                <a:solidFill>
                  <a:srgbClr val="B212AA"/>
                </a:solidFill>
              </a:rPr>
              <a:t>Key</a:t>
            </a:r>
            <a:r>
              <a:rPr lang="en-IN" sz="2000" dirty="0"/>
              <a:t>   </a:t>
            </a:r>
          </a:p>
        </p:txBody>
      </p:sp>
      <p:sp>
        <p:nvSpPr>
          <p:cNvPr id="4" name="TextBox 3">
            <a:extLst>
              <a:ext uri="{FF2B5EF4-FFF2-40B4-BE49-F238E27FC236}">
                <a16:creationId xmlns:a16="http://schemas.microsoft.com/office/drawing/2014/main" id="{250CD23E-B567-C687-1381-12108EC4C3A0}"/>
              </a:ext>
            </a:extLst>
          </p:cNvPr>
          <p:cNvSpPr txBox="1"/>
          <p:nvPr/>
        </p:nvSpPr>
        <p:spPr>
          <a:xfrm>
            <a:off x="8112224" y="4543960"/>
            <a:ext cx="2903046" cy="1477328"/>
          </a:xfrm>
          <a:prstGeom prst="rect">
            <a:avLst/>
          </a:prstGeom>
          <a:noFill/>
        </p:spPr>
        <p:txBody>
          <a:bodyPr wrap="square">
            <a:spAutoFit/>
          </a:bodyPr>
          <a:lstStyle/>
          <a:p>
            <a:r>
              <a:rPr lang="en-IN" b="1" i="1" dirty="0"/>
              <a:t>employee</a:t>
            </a:r>
            <a:r>
              <a:rPr lang="en-IN" dirty="0"/>
              <a:t>.department_id</a:t>
            </a:r>
          </a:p>
          <a:p>
            <a:r>
              <a:rPr lang="en-IN" dirty="0"/>
              <a:t>              │</a:t>
            </a:r>
          </a:p>
          <a:p>
            <a:r>
              <a:rPr lang="en-IN" dirty="0"/>
              <a:t>              │ </a:t>
            </a:r>
            <a:r>
              <a:rPr lang="en-IN" b="1" i="1" dirty="0"/>
              <a:t>REFERENCES</a:t>
            </a:r>
          </a:p>
          <a:p>
            <a:r>
              <a:rPr lang="en-IN" dirty="0"/>
              <a:t>               ↓</a:t>
            </a:r>
          </a:p>
          <a:p>
            <a:r>
              <a:rPr lang="en-IN" b="1" i="1" dirty="0"/>
              <a:t>department</a:t>
            </a:r>
            <a:r>
              <a:rPr lang="en-IN" dirty="0"/>
              <a:t>.department_id</a:t>
            </a:r>
          </a:p>
        </p:txBody>
      </p:sp>
    </p:spTree>
    <p:extLst>
      <p:ext uri="{BB962C8B-B14F-4D97-AF65-F5344CB8AC3E}">
        <p14:creationId xmlns:p14="http://schemas.microsoft.com/office/powerpoint/2010/main" val="2754846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755188" y="3156532"/>
            <a:ext cx="5318381" cy="2492990"/>
          </a:xfrm>
          <a:prstGeom prst="rect">
            <a:avLst/>
          </a:prstGeom>
        </p:spPr>
      </p:pic>
      <p:sp>
        <p:nvSpPr>
          <p:cNvPr id="4" name="Rectangle 3"/>
          <p:cNvSpPr/>
          <p:nvPr/>
        </p:nvSpPr>
        <p:spPr>
          <a:xfrm>
            <a:off x="223458" y="476672"/>
            <a:ext cx="11745084" cy="1815882"/>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t>
            </a:r>
          </a:p>
          <a:p>
            <a:pPr marL="342900" indent="-342900">
              <a:buFont typeface="Arial" panose="020B0604020202020204" pitchFamily="34" charset="0"/>
              <a:buChar char="•"/>
            </a:pPr>
            <a:r>
              <a:rPr lang="en-IN" sz="2000" dirty="0">
                <a:latin typeface="Arial" panose="020B0604020202020204" pitchFamily="34" charset="0"/>
                <a:cs typeface="Arial" panose="020B0604020202020204" pitchFamily="34" charset="0"/>
              </a:rPr>
              <a:t>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In Relational Algebra, a relation is a table with rows and columns, just like in a RDBMS. </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353725"/>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407595"/>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65229"/>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164638"/>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586128111"/>
              </p:ext>
            </p:extLst>
          </p:nvPr>
        </p:nvGraphicFramePr>
        <p:xfrm>
          <a:off x="97310" y="683673"/>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grpSp>
        <p:nvGrpSpPr>
          <p:cNvPr id="8" name="Group 7">
            <a:extLst>
              <a:ext uri="{FF2B5EF4-FFF2-40B4-BE49-F238E27FC236}">
                <a16:creationId xmlns:a16="http://schemas.microsoft.com/office/drawing/2014/main" id="{FF5F1B36-7547-68A2-F673-22989DBA0977}"/>
              </a:ext>
            </a:extLst>
          </p:cNvPr>
          <p:cNvGrpSpPr/>
          <p:nvPr/>
        </p:nvGrpSpPr>
        <p:grpSpPr>
          <a:xfrm>
            <a:off x="1524000" y="3501008"/>
            <a:ext cx="9289032" cy="3508653"/>
            <a:chOff x="119336" y="3573016"/>
            <a:chExt cx="9289032" cy="3508653"/>
          </a:xfrm>
        </p:grpSpPr>
        <p:sp>
          <p:nvSpPr>
            <p:cNvPr id="4" name="TextBox 3">
              <a:extLst>
                <a:ext uri="{FF2B5EF4-FFF2-40B4-BE49-F238E27FC236}">
                  <a16:creationId xmlns:a16="http://schemas.microsoft.com/office/drawing/2014/main" id="{986C19CB-D3CA-00CA-2BDB-115ACBE879F3}"/>
                </a:ext>
              </a:extLst>
            </p:cNvPr>
            <p:cNvSpPr txBox="1"/>
            <p:nvPr/>
          </p:nvSpPr>
          <p:spPr>
            <a:xfrm>
              <a:off x="119336" y="3573016"/>
              <a:ext cx="3456384" cy="3139321"/>
            </a:xfrm>
            <a:prstGeom prst="rect">
              <a:avLst/>
            </a:prstGeom>
            <a:noFill/>
          </p:spPr>
          <p:txBody>
            <a:bodyPr wrap="square">
              <a:spAutoFit/>
            </a:bodyPr>
            <a:lstStyle/>
            <a:p>
              <a:r>
                <a:rPr lang="en-IN" sz="2200" dirty="0"/>
                <a:t>RELATIONAL MODEL</a:t>
              </a:r>
            </a:p>
            <a:p>
              <a:r>
                <a:rPr lang="en-IN" sz="2200" dirty="0"/>
                <a:t>              ↓</a:t>
              </a:r>
            </a:p>
            <a:p>
              <a:r>
                <a:rPr lang="en-IN" sz="2200" dirty="0"/>
                <a:t>        RELATION</a:t>
              </a:r>
            </a:p>
            <a:p>
              <a:r>
                <a:rPr lang="en-IN" sz="2200" dirty="0"/>
                <a:t>              ↓</a:t>
              </a:r>
            </a:p>
            <a:p>
              <a:r>
                <a:rPr lang="en-IN" sz="2200" dirty="0"/>
                <a:t>     implemented as</a:t>
              </a:r>
            </a:p>
            <a:p>
              <a:r>
                <a:rPr lang="en-IN" sz="2200" dirty="0"/>
                <a:t>              ↓</a:t>
              </a:r>
            </a:p>
            <a:p>
              <a:r>
                <a:rPr lang="en-IN" sz="2200" dirty="0"/>
                <a:t>          TABLE</a:t>
              </a:r>
            </a:p>
            <a:p>
              <a:r>
                <a:rPr lang="en-IN" sz="2200" dirty="0"/>
                <a:t>              ↓</a:t>
              </a:r>
            </a:p>
            <a:p>
              <a:r>
                <a:rPr lang="en-IN" sz="2200" dirty="0"/>
                <a:t>      rows + columns</a:t>
              </a:r>
            </a:p>
          </p:txBody>
        </p:sp>
        <p:sp>
          <p:nvSpPr>
            <p:cNvPr id="7" name="TextBox 6">
              <a:extLst>
                <a:ext uri="{FF2B5EF4-FFF2-40B4-BE49-F238E27FC236}">
                  <a16:creationId xmlns:a16="http://schemas.microsoft.com/office/drawing/2014/main" id="{9DB8D51D-A640-2DE1-0B6B-64E4E93F4CED}"/>
                </a:ext>
              </a:extLst>
            </p:cNvPr>
            <p:cNvSpPr txBox="1"/>
            <p:nvPr/>
          </p:nvSpPr>
          <p:spPr>
            <a:xfrm>
              <a:off x="4799856" y="3573016"/>
              <a:ext cx="4608512" cy="3508653"/>
            </a:xfrm>
            <a:prstGeom prst="rect">
              <a:avLst/>
            </a:prstGeom>
            <a:noFill/>
          </p:spPr>
          <p:txBody>
            <a:bodyPr wrap="square">
              <a:spAutoFit/>
            </a:bodyPr>
            <a:lstStyle/>
            <a:p>
              <a:r>
                <a:rPr lang="en-IN" sz="2200" dirty="0"/>
                <a:t>Employee</a:t>
              </a:r>
              <a:r>
                <a:rPr lang="en-IN" sz="2200" b="1" dirty="0"/>
                <a:t> Relation</a:t>
              </a:r>
            </a:p>
            <a:p>
              <a:endParaRPr lang="en-IN" sz="1200" dirty="0"/>
            </a:p>
            <a:p>
              <a:r>
                <a:rPr lang="en-IN" sz="2200" b="1" i="1" dirty="0"/>
                <a:t>Attributes</a:t>
              </a:r>
            </a:p>
            <a:p>
              <a:r>
                <a:rPr lang="en-IN" sz="2200" dirty="0"/>
                <a:t>      ↓</a:t>
              </a:r>
            </a:p>
            <a:p>
              <a:r>
                <a:rPr lang="en-IN" sz="2200" dirty="0"/>
                <a:t>(employee_id, employee_name, salary)</a:t>
              </a:r>
            </a:p>
            <a:p>
              <a:endParaRPr lang="en-IN" sz="1200" dirty="0"/>
            </a:p>
            <a:p>
              <a:r>
                <a:rPr lang="en-IN" sz="2200" b="1" i="1" dirty="0"/>
                <a:t>Tuples</a:t>
              </a:r>
            </a:p>
            <a:p>
              <a:r>
                <a:rPr lang="en-IN" sz="2200" dirty="0"/>
                <a:t>    ↓</a:t>
              </a:r>
            </a:p>
            <a:p>
              <a:r>
                <a:rPr lang="en-IN" sz="2200" dirty="0"/>
                <a:t>(101, Rahul, 50000)</a:t>
              </a:r>
            </a:p>
            <a:p>
              <a:r>
                <a:rPr lang="en-IN" sz="2200" dirty="0"/>
                <a:t>(102, Neel, 60000)</a:t>
              </a:r>
            </a:p>
            <a:p>
              <a:r>
                <a:rPr lang="en-IN" sz="2200" dirty="0"/>
                <a:t>(103, Riya, 55000)</a:t>
              </a:r>
            </a:p>
          </p:txBody>
        </p:sp>
      </p:grpSp>
    </p:spTree>
    <p:extLst>
      <p:ext uri="{BB962C8B-B14F-4D97-AF65-F5344CB8AC3E}">
        <p14:creationId xmlns:p14="http://schemas.microsoft.com/office/powerpoint/2010/main" val="18908009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83265"/>
            <a:ext cx="11800289" cy="1569660"/>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p>
          <a:p>
            <a:pPr marL="342900" indent="-342900" algn="just">
              <a:buFont typeface="Arial" panose="020B0604020202020204" pitchFamily="34" charset="0"/>
              <a:buChar char="•"/>
            </a:pP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p>
          <a:p>
            <a:pPr marL="342900" indent="-342900" algn="just">
              <a:buFont typeface="Arial" panose="020B0604020202020204" pitchFamily="34" charset="0"/>
              <a:buChar char="•"/>
            </a:pP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400110"/>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
        <p:nvSpPr>
          <p:cNvPr id="3" name="Rectangle 2">
            <a:extLst>
              <a:ext uri="{FF2B5EF4-FFF2-40B4-BE49-F238E27FC236}">
                <a16:creationId xmlns:a16="http://schemas.microsoft.com/office/drawing/2014/main" id="{C610EE6D-9B58-30CE-F533-59D77E22DE6F}"/>
              </a:ext>
            </a:extLst>
          </p:cNvPr>
          <p:cNvSpPr/>
          <p:nvPr/>
        </p:nvSpPr>
        <p:spPr>
          <a:xfrm>
            <a:off x="227612" y="3356992"/>
            <a:ext cx="11800290" cy="492443"/>
          </a:xfrm>
          <a:prstGeom prst="rect">
            <a:avLst/>
          </a:prstGeom>
        </p:spPr>
        <p:txBody>
          <a:bodyPr wrap="square">
            <a:spAutoFit/>
          </a:bodyPr>
          <a:lstStyle/>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3" grpId="0"/>
    </p:bldLst>
  </p:timing>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191344" y="1988840"/>
            <a:ext cx="11809312" cy="4739759"/>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 </a:t>
            </a:r>
            <a:endParaRPr lang="en-IN" sz="1200" dirty="0">
              <a:solidFill>
                <a:srgbClr val="0089A4"/>
              </a:solidFill>
              <a:latin typeface="Palatino Linotype" panose="02040502050505030304" pitchFamily="18" charset="0"/>
            </a:endParaRPr>
          </a:p>
          <a:p>
            <a:pPr marL="1096963" indent="-457200" algn="just">
              <a:buFont typeface="+mj-lt"/>
              <a:buAutoNum type="arabicPeriod"/>
            </a:pPr>
            <a:r>
              <a:rPr lang="en-IN" sz="2100" b="1" dirty="0">
                <a:latin typeface="Palatino Linotype" panose="02040502050505030304" pitchFamily="18" charset="0"/>
              </a:rPr>
              <a:t>Degree / Arity = </a:t>
            </a:r>
            <a:r>
              <a:rPr lang="en-IN" sz="2100" b="1" i="1" dirty="0">
                <a:latin typeface="Palatino Linotype" panose="02040502050505030304" pitchFamily="18" charset="0"/>
              </a:rPr>
              <a:t>Number of columns</a:t>
            </a:r>
          </a:p>
          <a:p>
            <a:pPr marL="1096963" indent="-457200" algn="just">
              <a:buFont typeface="+mj-lt"/>
              <a:buAutoNum type="arabicPeriod"/>
            </a:pPr>
            <a:r>
              <a:rPr lang="en-IN" sz="2100" b="1" dirty="0">
                <a:latin typeface="Palatino Linotype" panose="02040502050505030304" pitchFamily="18" charset="0"/>
              </a:rPr>
              <a:t>d(Employee) = </a:t>
            </a:r>
            <a:r>
              <a:rPr lang="en-IN" sz="2100" b="1" i="1" dirty="0">
                <a:latin typeface="Palatino Linotype" panose="02040502050505030304" pitchFamily="18" charset="0"/>
              </a:rPr>
              <a:t>8</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latin typeface="Palatino Linotype" panose="02040502050505030304" pitchFamily="18" charset="0"/>
              </a:rPr>
              <a:t>.</a:t>
            </a:r>
            <a:endParaRPr lang="en-US" b="0" i="0" dirty="0">
              <a:solidFill>
                <a:srgbClr val="202122"/>
              </a:solidFill>
              <a:effectLst/>
              <a:latin typeface="Palatino Linotype" panose="02040502050505030304" pitchFamily="18" charset="0"/>
            </a:endParaRPr>
          </a:p>
          <a:p>
            <a:pPr marL="1079500" indent="-457200" algn="just">
              <a:buFont typeface="+mj-lt"/>
              <a:buAutoNum type="arabicPeriod"/>
            </a:pPr>
            <a:r>
              <a:rPr lang="en-IN" sz="2100" b="1" dirty="0">
                <a:latin typeface="Palatino Linotype" panose="02040502050505030304" pitchFamily="18" charset="0"/>
              </a:rPr>
              <a:t>Cardinality |R| = </a:t>
            </a:r>
            <a:r>
              <a:rPr lang="en-IN" sz="2100" b="1" i="1" dirty="0">
                <a:latin typeface="Palatino Linotype" panose="02040502050505030304" pitchFamily="18" charset="0"/>
              </a:rPr>
              <a:t>Number of rows/records in relation </a:t>
            </a:r>
            <a:r>
              <a:rPr lang="en-IN" sz="2100" b="1" dirty="0">
                <a:latin typeface="Palatino Linotype" panose="02040502050505030304" pitchFamily="18" charset="0"/>
              </a:rPr>
              <a:t>|R|.</a:t>
            </a:r>
            <a:endParaRPr lang="en-US" sz="2100" b="1" dirty="0">
              <a:latin typeface="Palatino Linotype" panose="02040502050505030304" pitchFamily="18" charset="0"/>
            </a:endParaRPr>
          </a:p>
          <a:p>
            <a:pPr marL="360363" algn="just"/>
            <a:endParaRPr lang="en-US" sz="1000" b="1" i="0" dirty="0">
              <a:solidFill>
                <a:srgbClr val="202122"/>
              </a:solidFill>
              <a:effectLst/>
              <a:latin typeface="Palatino Linotype" panose="02040502050505030304" pitchFamily="18" charset="0"/>
            </a:endParaRPr>
          </a:p>
          <a:p>
            <a:pPr marL="360363" algn="just"/>
            <a:r>
              <a:rPr lang="en-US" b="1" i="0" dirty="0">
                <a:solidFill>
                  <a:srgbClr val="202122"/>
                </a:solidFill>
                <a:effectLst/>
                <a:latin typeface="Palatino Linotype" panose="02040502050505030304" pitchFamily="18" charset="0"/>
              </a:rPr>
              <a:t>Cardinality</a:t>
            </a:r>
            <a:r>
              <a:rPr lang="en-US" b="0" i="0" dirty="0">
                <a:solidFill>
                  <a:srgbClr val="202122"/>
                </a:solidFill>
                <a:effectLst/>
                <a:latin typeface="Palatino Linotype" panose="02040502050505030304" pitchFamily="18" charset="0"/>
              </a:rPr>
              <a:t> is the numerical relationship between rows of one table and rows in another. Common cardinalities include </a:t>
            </a:r>
            <a:r>
              <a:rPr lang="en-US" sz="2400" b="1" i="1" dirty="0">
                <a:solidFill>
                  <a:srgbClr val="202122"/>
                </a:solidFill>
                <a:effectLst/>
                <a:latin typeface="Palatino Linotype" panose="02040502050505030304" pitchFamily="18" charset="0"/>
              </a:rPr>
              <a:t>one-to-one</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one-to-many</a:t>
            </a:r>
            <a:r>
              <a:rPr lang="en-US" sz="2400" b="1" i="0" dirty="0">
                <a:solidFill>
                  <a:srgbClr val="202122"/>
                </a:solidFill>
                <a:effectLst/>
                <a:latin typeface="Palatino Linotype" panose="02040502050505030304" pitchFamily="18" charset="0"/>
              </a:rPr>
              <a:t>, </a:t>
            </a:r>
            <a:r>
              <a:rPr lang="en-US" i="0" dirty="0">
                <a:solidFill>
                  <a:srgbClr val="202122"/>
                </a:solidFill>
                <a:effectLst/>
                <a:latin typeface="Palatino Linotype" panose="02040502050505030304" pitchFamily="18" charset="0"/>
              </a:rPr>
              <a:t>and</a:t>
            </a:r>
            <a:r>
              <a:rPr lang="en-US" sz="2400" b="1" i="0" dirty="0">
                <a:solidFill>
                  <a:srgbClr val="202122"/>
                </a:solidFill>
                <a:effectLst/>
                <a:latin typeface="Palatino Linotype" panose="02040502050505030304" pitchFamily="18" charset="0"/>
              </a:rPr>
              <a:t> </a:t>
            </a:r>
            <a:r>
              <a:rPr lang="en-US" sz="2400" b="1" i="1" dirty="0">
                <a:solidFill>
                  <a:srgbClr val="202122"/>
                </a:solidFill>
                <a:effectLst/>
                <a:latin typeface="Palatino Linotype" panose="02040502050505030304" pitchFamily="18" charset="0"/>
              </a:rPr>
              <a:t>many-to-many</a:t>
            </a:r>
            <a:r>
              <a:rPr lang="en-US" sz="2400" b="1" i="0" dirty="0">
                <a:solidFill>
                  <a:srgbClr val="202122"/>
                </a:solidFill>
                <a:effectLst/>
                <a:latin typeface="Palatino Linotype" panose="02040502050505030304" pitchFamily="18" charset="0"/>
              </a:rPr>
              <a:t>.</a:t>
            </a:r>
            <a:endParaRPr lang="en-IN" sz="2400" b="1" dirty="0">
              <a:solidFill>
                <a:schemeClr val="tx1">
                  <a:lumMod val="75000"/>
                  <a:lumOff val="25000"/>
                </a:schemeClr>
              </a:solidFill>
              <a:latin typeface="Palatino Linotype" panose="02040502050505030304" pitchFamily="18" charset="0"/>
            </a:endParaRPr>
          </a:p>
          <a:p>
            <a:pPr algn="just"/>
            <a:endParaRPr lang="en-IN" sz="1600" b="1"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They have the same degree d(</a:t>
            </a:r>
            <a:r>
              <a:rPr lang="en-IN" sz="2100" b="1" dirty="0">
                <a:solidFill>
                  <a:schemeClr val="tx1">
                    <a:lumMod val="75000"/>
                    <a:lumOff val="25000"/>
                  </a:schemeClr>
                </a:solidFill>
                <a:latin typeface="Palatino Linotype" panose="02040502050505030304" pitchFamily="18" charset="0"/>
              </a:rPr>
              <a:t>R</a:t>
            </a:r>
            <a:r>
              <a:rPr lang="en-IN" sz="2100" b="1" i="1" dirty="0">
                <a:solidFill>
                  <a:schemeClr val="tx1">
                    <a:lumMod val="75000"/>
                    <a:lumOff val="25000"/>
                  </a:schemeClr>
                </a:solidFill>
                <a:latin typeface="Palatino Linotype" panose="02040502050505030304" pitchFamily="18" charset="0"/>
              </a:rPr>
              <a:t>).</a:t>
            </a:r>
          </a:p>
          <a:p>
            <a:pPr marL="1079500" lvl="1" indent="-457200" algn="just">
              <a:buFont typeface="+mj-lt"/>
              <a:buAutoNum type="arabicPeriod"/>
            </a:pPr>
            <a:r>
              <a:rPr lang="en-IN" sz="2100" b="1" i="1" dirty="0">
                <a:solidFill>
                  <a:schemeClr val="tx1">
                    <a:lumMod val="75000"/>
                    <a:lumOff val="25000"/>
                  </a:schemeClr>
                </a:solidFill>
                <a:latin typeface="Palatino Linotype" panose="02040502050505030304" pitchFamily="18" charset="0"/>
              </a:rPr>
              <a:t>Domains of the respective attributes should also be same.</a:t>
            </a:r>
          </a:p>
          <a:p>
            <a:pPr marL="1079500" lvl="1" indent="-457200" algn="just">
              <a:buFont typeface="+mj-lt"/>
              <a:buAutoNum type="arabicPeriod"/>
            </a:pPr>
            <a:r>
              <a:rPr lang="en-US" sz="2100" b="1" i="1" dirty="0">
                <a:latin typeface="Palatino Linotype" panose="02040502050505030304" pitchFamily="18" charset="0"/>
              </a:rPr>
              <a:t>Column names don’t need to match, but positions must match.</a:t>
            </a:r>
            <a:endParaRPr lang="en-IN" sz="2100" b="1" i="1" dirty="0">
              <a:solidFill>
                <a:schemeClr val="tx1">
                  <a:lumMod val="75000"/>
                  <a:lumOff val="25000"/>
                </a:schemeClr>
              </a:solidFill>
              <a:latin typeface="Palatino Linotype" panose="02040502050505030304" pitchFamily="18" charset="0"/>
            </a:endParaRPr>
          </a:p>
        </p:txBody>
      </p:sp>
      <p:sp>
        <p:nvSpPr>
          <p:cNvPr id="6" name="Rectangle 5">
            <a:extLst>
              <a:ext uri="{FF2B5EF4-FFF2-40B4-BE49-F238E27FC236}">
                <a16:creationId xmlns:a16="http://schemas.microsoft.com/office/drawing/2014/main" id="{56ED2ED9-5C39-ECC2-8EEA-60A2C118BE42}"/>
              </a:ext>
            </a:extLst>
          </p:cNvPr>
          <p:cNvSpPr/>
          <p:nvPr/>
        </p:nvSpPr>
        <p:spPr>
          <a:xfrm>
            <a:off x="551384" y="1386200"/>
            <a:ext cx="11449272"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1" end="11"/>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877163"/>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sz="2800" b="1" dirty="0">
                <a:solidFill>
                  <a:srgbClr val="C00000"/>
                </a:solidFill>
                <a:latin typeface="Palatino Linotype" panose="02040502050505030304" pitchFamily="18" charset="0"/>
                <a:cs typeface="Arial" panose="020B0604020202020204" pitchFamily="34" charset="0"/>
              </a:rPr>
              <a:t>+</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sz="1900" dirty="0">
                <a:solidFill>
                  <a:schemeClr val="tx1">
                    <a:lumMod val="65000"/>
                    <a:lumOff val="35000"/>
                  </a:schemeClr>
                </a:solidFill>
                <a:latin typeface="Palatino Linotype" panose="02040502050505030304" pitchFamily="18" charset="0"/>
                <a:cs typeface="Arial" panose="020B0604020202020204" pitchFamily="34" charset="0"/>
              </a:rPr>
              <a:t>constraints</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 </a:t>
            </a:r>
            <a:r>
              <a:rPr lang="en-IN"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extLst>
              <p:ext uri="{D42A27DB-BD31-4B8C-83A1-F6EECF244321}">
                <p14:modId xmlns:p14="http://schemas.microsoft.com/office/powerpoint/2010/main" val="3842127808"/>
              </p:ext>
            </p:extLst>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p:cNvCxnSpPr>
            <p:nvPr/>
          </p:nvCxnSpPr>
          <p:spPr>
            <a:xfrm>
              <a:off x="3865974" y="3924349"/>
              <a:ext cx="2910376" cy="872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896544" cy="1439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1029896"/>
            <a:chOff x="6033573" y="5818280"/>
            <a:chExt cx="2929986" cy="102989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8360" y="5818280"/>
              <a:ext cx="1385199" cy="1029896"/>
              <a:chOff x="7250538" y="5746906"/>
              <a:chExt cx="1385199" cy="1029896"/>
            </a:xfrm>
          </p:grpSpPr>
          <p:sp>
            <p:nvSpPr>
              <p:cNvPr id="21" name="Rectangle 20">
                <a:extLst>
                  <a:ext uri="{FF2B5EF4-FFF2-40B4-BE49-F238E27FC236}">
                    <a16:creationId xmlns:a16="http://schemas.microsoft.com/office/drawing/2014/main" id="{595FD0A8-653B-1B77-111B-6F80069E0D1C}"/>
                  </a:ext>
                </a:extLst>
              </p:cNvPr>
              <p:cNvSpPr/>
              <p:nvPr/>
            </p:nvSpPr>
            <p:spPr>
              <a:xfrm>
                <a:off x="7250538" y="604890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TextBox 16">
            <a:extLst>
              <a:ext uri="{FF2B5EF4-FFF2-40B4-BE49-F238E27FC236}">
                <a16:creationId xmlns:a16="http://schemas.microsoft.com/office/drawing/2014/main" id="{69F088BE-440C-C824-3E25-B85F58C1EFA1}"/>
              </a:ext>
            </a:extLst>
          </p:cNvPr>
          <p:cNvSpPr txBox="1"/>
          <p:nvPr/>
        </p:nvSpPr>
        <p:spPr>
          <a:xfrm>
            <a:off x="7134635" y="6064548"/>
            <a:ext cx="338554" cy="369333"/>
          </a:xfrm>
          <a:prstGeom prst="rect">
            <a:avLst/>
          </a:prstGeom>
          <a:noFill/>
        </p:spPr>
        <p:txBody>
          <a:bodyPr wrap="none" rtlCol="0">
            <a:spAutoFit/>
          </a:bodyPr>
          <a:lstStyle/>
          <a:p>
            <a:r>
              <a:rPr lang="en-IN" dirty="0"/>
              <a:t>A</a:t>
            </a:r>
          </a:p>
        </p:txBody>
      </p:sp>
    </p:spTree>
    <p:extLst>
      <p:ext uri="{BB962C8B-B14F-4D97-AF65-F5344CB8AC3E}">
        <p14:creationId xmlns:p14="http://schemas.microsoft.com/office/powerpoint/2010/main" val="206908695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27632"/>
            <a:ext cx="8931424" cy="46410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animEffect transition="in" filter="fade">
                                      <p:cBhvr>
                                        <p:cTn id="15"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948985"/>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067399"/>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6" name="TextBox 5">
            <a:extLst>
              <a:ext uri="{FF2B5EF4-FFF2-40B4-BE49-F238E27FC236}">
                <a16:creationId xmlns:a16="http://schemas.microsoft.com/office/drawing/2014/main" id="{D475CF78-D7F0-5E74-2F45-DBBA367AAE5C}"/>
              </a:ext>
            </a:extLst>
          </p:cNvPr>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
        <p:nvSpPr>
          <p:cNvPr id="9" name="Title 1">
            <a:extLst>
              <a:ext uri="{FF2B5EF4-FFF2-40B4-BE49-F238E27FC236}">
                <a16:creationId xmlns:a16="http://schemas.microsoft.com/office/drawing/2014/main" id="{240A65D1-4FA2-47CF-28C4-D0B3FA446248}"/>
              </a:ext>
            </a:extLst>
          </p:cNvPr>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Tree>
    <p:extLst>
      <p:ext uri="{BB962C8B-B14F-4D97-AF65-F5344CB8AC3E}">
        <p14:creationId xmlns:p14="http://schemas.microsoft.com/office/powerpoint/2010/main" val="16561233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251232" cy="846386"/>
          </a:xfrm>
          <a:prstGeom prst="rect">
            <a:avLst/>
          </a:prstGeom>
          <a:noFill/>
        </p:spPr>
        <p:txBody>
          <a:bodyPr wrap="square" rtlCol="0">
            <a:spAutoFit/>
          </a:bodyPr>
          <a:lstStyle/>
          <a:p>
            <a:r>
              <a:rPr lang="en-US" sz="2000" dirty="0">
                <a:solidFill>
                  <a:srgbClr val="FF0000"/>
                </a:solidFill>
              </a:rPr>
              <a:t>Remember:</a:t>
            </a:r>
          </a:p>
          <a:p>
            <a:endParaRPr lang="en-US" sz="800" dirty="0">
              <a:solidFill>
                <a:srgbClr val="FF0000"/>
              </a:solidFill>
            </a:endParaRPr>
          </a:p>
          <a:p>
            <a:r>
              <a:rPr lang="en-IN" sz="2000" b="1" i="1" dirty="0">
                <a:solidFill>
                  <a:schemeClr val="accent4">
                    <a:lumMod val="50000"/>
                  </a:schemeClr>
                </a:solidFill>
                <a:latin typeface="Liberation Mono"/>
                <a:cs typeface="Arial" panose="020B0604020202020204" pitchFamily="34" charset="0"/>
              </a:rPr>
              <a:t>NULL</a:t>
            </a:r>
            <a:r>
              <a:rPr lang="en-IN" sz="2000" dirty="0">
                <a:latin typeface="Arial" panose="020B0604020202020204" pitchFamily="34" charset="0"/>
                <a:cs typeface="Arial" panose="020B0604020202020204" pitchFamily="34" charset="0"/>
              </a:rPr>
              <a:t> means </a:t>
            </a:r>
            <a:r>
              <a:rPr lang="en-IN" sz="2100" dirty="0">
                <a:solidFill>
                  <a:schemeClr val="accent3">
                    <a:lumMod val="50000"/>
                  </a:schemeClr>
                </a:solidFill>
                <a:latin typeface="Arial" panose="020B0604020202020204" pitchFamily="34" charset="0"/>
                <a:cs typeface="Arial" panose="020B0604020202020204" pitchFamily="34" charset="0"/>
              </a:rPr>
              <a:t>“no database is selected”</a:t>
            </a:r>
            <a:r>
              <a:rPr lang="en-IN" sz="2000" dirty="0">
                <a:latin typeface="Arial" panose="020B0604020202020204" pitchFamily="34" charset="0"/>
                <a:cs typeface="Arial" panose="020B0604020202020204" pitchFamily="34" charset="0"/>
              </a:rPr>
              <a:t>.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5293757"/>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used to retrieve the AUTO_INCREMENT value generated by the most   </a:t>
            </a:r>
          </a:p>
          <a:p>
            <a:pPr marL="285750" indent="-285750">
              <a:buFont typeface="Arial" panose="020B0604020202020204" pitchFamily="34" charset="0"/>
              <a:buChar char="•"/>
            </a:pPr>
            <a:r>
              <a:rPr lang="en-US" dirty="0">
                <a:latin typeface="Palatino Linotype" panose="02040502050505030304" pitchFamily="18" charset="0"/>
                <a:cs typeface="Arial" panose="020B0604020202020204" pitchFamily="34" charset="0"/>
              </a:rPr>
              <a:t>                                         recent successful INSERT in the current session.</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a:t>
            </a:r>
            <a:r>
              <a:rPr lang="en-US" dirty="0">
                <a:latin typeface="Palatino Linotype" panose="02040502050505030304" pitchFamily="18" charset="0"/>
                <a:cs typeface="Arial" panose="020B0604020202020204" pitchFamily="34" charset="0"/>
              </a:rPr>
              <a:t>Is a function that returns the number of rows affected by the most recent statement. </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a:t>
            </a:r>
          </a:p>
          <a:p>
            <a:pPr marL="622300" indent="-342900">
              <a:buFont typeface="+mj-lt"/>
              <a:buAutoNum type="arabicPeriod"/>
            </a:pPr>
            <a:r>
              <a:rPr lang="en-US" dirty="0">
                <a:latin typeface="Palatino Linotype" panose="02040502050505030304" pitchFamily="18" charset="0"/>
                <a:cs typeface="Arial" panose="020B0604020202020204" pitchFamily="34" charset="0"/>
              </a:rPr>
              <a:t>Is a function that returns the name of the currently selected database for the current session.   </a:t>
            </a:r>
          </a:p>
          <a:p>
            <a:pPr marL="622300" indent="-342900">
              <a:buFont typeface="+mj-lt"/>
              <a:buAutoNum type="arabicPeriod"/>
            </a:pPr>
            <a:r>
              <a:rPr lang="en-US" dirty="0">
                <a:latin typeface="Palatino Linotype" panose="02040502050505030304" pitchFamily="18" charset="0"/>
                <a:cs typeface="Arial" panose="020B0604020202020204" pitchFamily="34" charset="0"/>
              </a:rPr>
              <a:t>If no database is selected then it will return NULL</a:t>
            </a:r>
            <a:endParaRPr lang="en-IN"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D918E40F-C87B-B461-2B54-7A3E8F9EF9AD}"/>
              </a:ext>
            </a:extLst>
          </p:cNvPr>
          <p:cNvSpPr/>
          <p:nvPr/>
        </p:nvSpPr>
        <p:spPr>
          <a:xfrm>
            <a:off x="1516286" y="3200400"/>
            <a:ext cx="9159428" cy="400110"/>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COLUMNS is a statement used to display the structure of columns in a table.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B2E0F6D-4B3A-41B6-03FA-2C1B3F345E6C}"/>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TABLES is a statement used to display the names of all tables in the currently selected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E1F2DB76-3338-746A-A9EB-723DBF8B17AB}"/>
              </a:ext>
            </a:extLst>
          </p:cNvPr>
          <p:cNvSpPr/>
          <p:nvPr/>
        </p:nvSpPr>
        <p:spPr>
          <a:xfrm>
            <a:off x="1516286" y="3200400"/>
            <a:ext cx="9159428"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TABLE STATUS is used to display detailed information (metadata) about the tables in a database.</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725430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2232A69-9B99-E2A0-730C-FAEA3BC047EA}"/>
              </a:ext>
            </a:extLst>
          </p:cNvPr>
          <p:cNvSpPr/>
          <p:nvPr/>
        </p:nvSpPr>
        <p:spPr>
          <a:xfrm>
            <a:off x="1689100" y="3200400"/>
            <a:ext cx="8826500" cy="707886"/>
          </a:xfrm>
          <a:prstGeom prst="rect">
            <a:avLst/>
          </a:prstGeom>
        </p:spPr>
        <p:txBody>
          <a:bodyPr wrap="square">
            <a:spAutoFit/>
          </a:bodyPr>
          <a:lstStyle/>
          <a:p>
            <a:pPr algn="ctr"/>
            <a:r>
              <a:rPr lang="en-US" sz="2000" dirty="0">
                <a:latin typeface="Segoe UI Light" panose="020B0502040204020203" pitchFamily="34" charset="0"/>
                <a:cs typeface="Segoe UI Light" panose="020B0502040204020203" pitchFamily="34" charset="0"/>
              </a:rPr>
              <a:t>SHOW VARIABLES is a statement used to display the configuration/system variables and their current values for the MySQL server or current session.</a:t>
            </a:r>
            <a:endParaRPr lang="en-IN" sz="20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977114"/>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477340974"/>
              </p:ext>
            </p:extLst>
          </p:nvPr>
        </p:nvGraphicFramePr>
        <p:xfrm>
          <a:off x="1636408" y="2910678"/>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59671" y="146431"/>
            <a:ext cx="7116449" cy="769441"/>
          </a:xfrm>
          <a:prstGeom prst="rect">
            <a:avLst/>
          </a:prstGeom>
        </p:spPr>
        <p:txBody>
          <a:bodyPr wrap="square">
            <a:spAutoFit/>
          </a:bodyPr>
          <a:lstStyle/>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char</a:t>
            </a:r>
            <a:r>
              <a:rPr lang="en-IN" sz="2200" dirty="0">
                <a:solidFill>
                  <a:srgbClr val="0089A4"/>
                </a:solidFill>
                <a:latin typeface="arial" panose="020B0604020202020204" pitchFamily="34" charset="0"/>
              </a:rPr>
              <a:t> is a fixed-length character data type, </a:t>
            </a:r>
          </a:p>
          <a:p>
            <a:pPr marL="342900" indent="-342900">
              <a:buFont typeface="Arial" panose="020B0604020202020204" pitchFamily="34" charset="0"/>
              <a:buChar char="•"/>
            </a:pPr>
            <a:r>
              <a:rPr lang="en-IN" sz="2200" dirty="0">
                <a:solidFill>
                  <a:srgbClr val="0089A4"/>
                </a:solidFill>
                <a:latin typeface="arial" panose="020B0604020202020204" pitchFamily="34" charset="0"/>
              </a:rPr>
              <a:t>The </a:t>
            </a:r>
            <a:r>
              <a:rPr lang="en-IN" sz="2200" b="1" dirty="0">
                <a:solidFill>
                  <a:srgbClr val="0089A4"/>
                </a:solidFill>
                <a:latin typeface="arial" panose="020B0604020202020204" pitchFamily="34" charset="0"/>
              </a:rPr>
              <a:t>varchar</a:t>
            </a:r>
            <a:r>
              <a:rPr lang="en-IN" sz="2200" dirty="0">
                <a:solidFill>
                  <a:srgbClr val="0089A4"/>
                </a:solidFill>
                <a:latin typeface="arial" panose="020B0604020202020204" pitchFamily="34" charset="0"/>
              </a:rPr>
              <a:t> is a variable-length character data type.</a:t>
            </a:r>
            <a:endParaRPr lang="en-IN" sz="22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3458156545"/>
              </p:ext>
            </p:extLst>
          </p:nvPr>
        </p:nvGraphicFramePr>
        <p:xfrm>
          <a:off x="1648130" y="4381359"/>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3898759"/>
            <a:ext cx="1426994" cy="461665"/>
          </a:xfrm>
          <a:prstGeom prst="rect">
            <a:avLst/>
          </a:prstGeom>
        </p:spPr>
        <p:txBody>
          <a:bodyPr wrap="none">
            <a:spAutoFit/>
          </a:bodyPr>
          <a:lstStyle/>
          <a:p>
            <a:r>
              <a:rPr lang="en-US" sz="2400" dirty="0">
                <a:solidFill>
                  <a:srgbClr val="DC525C"/>
                </a:solidFill>
                <a:latin typeface="Segoe UI Light" panose="020B0502040204020203" pitchFamily="34" charset="0"/>
                <a:cs typeface="Segoe UI Light" panose="020B0502040204020203" pitchFamily="34" charset="0"/>
              </a:rPr>
              <a:t>In MySQL</a:t>
            </a:r>
            <a:endParaRPr lang="en-IN" sz="2400" dirty="0"/>
          </a:p>
        </p:txBody>
      </p:sp>
      <p:sp>
        <p:nvSpPr>
          <p:cNvPr id="5" name="Rectangle 4">
            <a:extLst>
              <a:ext uri="{FF2B5EF4-FFF2-40B4-BE49-F238E27FC236}">
                <a16:creationId xmlns:a16="http://schemas.microsoft.com/office/drawing/2014/main" id="{E6D86212-23A7-43A8-9035-5D9324C85E6D}"/>
              </a:ext>
            </a:extLst>
          </p:cNvPr>
          <p:cNvSpPr/>
          <p:nvPr/>
        </p:nvSpPr>
        <p:spPr>
          <a:xfrm>
            <a:off x="7536160" y="97670"/>
            <a:ext cx="4596169" cy="1923604"/>
          </a:xfrm>
          <a:prstGeom prst="rect">
            <a:avLst/>
          </a:prstGeom>
        </p:spPr>
        <p:txBody>
          <a:bodyPr wrap="square">
            <a:spAutoFit/>
          </a:bodyPr>
          <a:lstStyle/>
          <a:p>
            <a:pPr marL="342900" indent="-342900">
              <a:buFont typeface="+mj-lt"/>
              <a:buAutoNum type="arabicPeriod"/>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p>
          <a:p>
            <a:r>
              <a:rPr lang="en-IN" dirty="0">
                <a:solidFill>
                  <a:schemeClr val="bg1">
                    <a:lumMod val="65000"/>
                  </a:schemeClr>
                </a:solidFill>
                <a:latin typeface="Liberation Mono"/>
              </a:rPr>
              <a:t>          </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a:t>
            </a:r>
          </a:p>
          <a:p>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endParaRPr lang="en-IN" sz="600" dirty="0">
              <a:solidFill>
                <a:srgbClr val="0077AA"/>
              </a:solidFill>
              <a:latin typeface="Liberation Mono"/>
            </a:endParaRPr>
          </a:p>
          <a:p>
            <a:pPr marL="342900" indent="-342900">
              <a:buFont typeface="+mj-lt"/>
              <a:buAutoNum type="arabicPeriod" startAt="2"/>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p>
          <a:p>
            <a:r>
              <a:rPr lang="en-IN" dirty="0">
                <a:solidFill>
                  <a:srgbClr val="0077AA"/>
                </a:solidFill>
                <a:latin typeface="Liberation Mono"/>
              </a:rPr>
              <a:t>       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endParaRPr lang="en-IN" sz="600" dirty="0">
              <a:latin typeface="Liberation Mono"/>
            </a:endParaRPr>
          </a:p>
          <a:p>
            <a:pPr marL="342900" indent="-342900">
              <a:buFont typeface="+mj-lt"/>
              <a:buAutoNum type="arabicPeriod" startAt="3"/>
            </a:pPr>
            <a:r>
              <a:rPr lang="en-US" sz="1700" dirty="0">
                <a:solidFill>
                  <a:srgbClr val="0077AA"/>
                </a:solidFill>
                <a:latin typeface="Liberation Mono"/>
              </a:rPr>
              <a:t>SELECT</a:t>
            </a:r>
            <a:r>
              <a:rPr lang="en-US" sz="1700" dirty="0">
                <a:latin typeface="Liberation Mono"/>
              </a:rPr>
              <a:t> </a:t>
            </a:r>
            <a:r>
              <a:rPr lang="en-US" sz="1700" dirty="0">
                <a:solidFill>
                  <a:srgbClr val="A67F59"/>
                </a:solidFill>
                <a:latin typeface="Liberation Mono"/>
              </a:rPr>
              <a:t>*</a:t>
            </a:r>
            <a:r>
              <a:rPr lang="en-US" sz="1700" dirty="0">
                <a:latin typeface="Liberation Mono"/>
              </a:rPr>
              <a:t> </a:t>
            </a:r>
            <a:r>
              <a:rPr lang="en-US" sz="1700" dirty="0">
                <a:solidFill>
                  <a:srgbClr val="0077AA"/>
                </a:solidFill>
                <a:latin typeface="Liberation Mono"/>
              </a:rPr>
              <a:t>FROM</a:t>
            </a:r>
            <a:r>
              <a:rPr lang="en-US" sz="1700" dirty="0">
                <a:latin typeface="Liberation Mono"/>
              </a:rPr>
              <a:t> temp </a:t>
            </a:r>
            <a:r>
              <a:rPr lang="en-US" sz="1700" dirty="0">
                <a:solidFill>
                  <a:srgbClr val="0077AA"/>
                </a:solidFill>
                <a:latin typeface="Liberation Mono"/>
              </a:rPr>
              <a:t>WHERE</a:t>
            </a:r>
            <a:r>
              <a:rPr lang="en-US" sz="1700" dirty="0">
                <a:latin typeface="Liberation Mono"/>
              </a:rPr>
              <a:t> c1 </a:t>
            </a:r>
            <a:r>
              <a:rPr lang="en-US" sz="1700" dirty="0">
                <a:solidFill>
                  <a:schemeClr val="accent6">
                    <a:lumMod val="50000"/>
                  </a:schemeClr>
                </a:solidFill>
                <a:latin typeface="Liberation Mono"/>
              </a:rPr>
              <a:t>LIKE</a:t>
            </a:r>
            <a:r>
              <a:rPr lang="en-US" sz="1700" dirty="0">
                <a:latin typeface="Liberation Mono"/>
              </a:rPr>
              <a:t> </a:t>
            </a:r>
            <a:r>
              <a:rPr lang="en-US" sz="1700" dirty="0">
                <a:solidFill>
                  <a:srgbClr val="669900"/>
                </a:solidFill>
                <a:latin typeface="Liberation Mono"/>
              </a:rPr>
              <a:t>'SALEEL'</a:t>
            </a:r>
            <a:r>
              <a:rPr lang="en-US" sz="1700" dirty="0">
                <a:latin typeface="Liberation Mono"/>
              </a:rPr>
              <a:t>;</a:t>
            </a:r>
            <a:endParaRPr lang="en-IN" sz="1700"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419382"/>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1798492973"/>
              </p:ext>
            </p:extLst>
          </p:nvPr>
        </p:nvGraphicFramePr>
        <p:xfrm>
          <a:off x="407368" y="1308184"/>
          <a:ext cx="11449271" cy="521716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1" i="1" dirty="0">
                          <a:latin typeface="Arial" panose="020B0604020202020204" pitchFamily="34" charset="0"/>
                          <a:cs typeface="Arial" panose="020B0604020202020204" pitchFamily="34" charset="0"/>
                        </a:rPr>
                        <a:t>fixed-length character data type.</a:t>
                      </a: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i="1" dirty="0"/>
                        <a:t>variable-length character data type. </a:t>
                      </a: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string data type</a:t>
                      </a: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a:t>65,535 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ENUM is a string data type that allows a column to </a:t>
                      </a:r>
                      <a:r>
                        <a:rPr lang="en-US" sz="2000" b="1" dirty="0">
                          <a:latin typeface="Arial" panose="020B0604020202020204" pitchFamily="34" charset="0"/>
                          <a:cs typeface="Arial" panose="020B0604020202020204" pitchFamily="34" charset="0"/>
                        </a:rPr>
                        <a:t>store only one </a:t>
                      </a:r>
                      <a:r>
                        <a:rPr lang="en-US" sz="1800" b="1" dirty="0">
                          <a:latin typeface="Arial" panose="020B0604020202020204" pitchFamily="34" charset="0"/>
                          <a:cs typeface="Arial" panose="020B0604020202020204" pitchFamily="34" charset="0"/>
                        </a:rPr>
                        <a:t>value</a:t>
                      </a:r>
                      <a:r>
                        <a:rPr lang="en-US" sz="1800" dirty="0">
                          <a:latin typeface="Arial" panose="020B0604020202020204" pitchFamily="34" charset="0"/>
                          <a:cs typeface="Arial" panose="020B0604020202020204" pitchFamily="34" charset="0"/>
                        </a:rPr>
                        <a:t> from a predefined list of values.</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a:t>
                      </a:r>
                      <a:r>
                        <a:rPr lang="en-IN" dirty="0"/>
                        <a:t>distinct values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US" sz="1800" dirty="0">
                          <a:latin typeface="Arial" panose="020B0604020202020204" pitchFamily="34" charset="0"/>
                          <a:cs typeface="Arial" panose="020B0604020202020204" pitchFamily="34" charset="0"/>
                        </a:rPr>
                        <a:t>SET is a string data type that allows a column to store </a:t>
                      </a:r>
                      <a:r>
                        <a:rPr lang="en-US" sz="2000" b="1" dirty="0">
                          <a:latin typeface="Arial" panose="020B0604020202020204" pitchFamily="34" charset="0"/>
                          <a:cs typeface="Arial" panose="020B0604020202020204" pitchFamily="34" charset="0"/>
                        </a:rPr>
                        <a:t>zero, one, or multiple values</a:t>
                      </a:r>
                      <a:r>
                        <a:rPr lang="en-US" sz="1800" dirty="0">
                          <a:latin typeface="Arial" panose="020B0604020202020204" pitchFamily="34" charset="0"/>
                          <a:cs typeface="Arial" panose="020B0604020202020204" pitchFamily="34" charset="0"/>
                        </a:rPr>
                        <a:t> from a predefined list.</a:t>
                      </a:r>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fixed-length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kumimoji="0" lang="en-IN" sz="1800" b="1" i="1" kern="1200" dirty="0">
                          <a:solidFill>
                            <a:schemeClr val="tx1"/>
                          </a:solidFill>
                          <a:latin typeface="Arial" panose="020B0604020202020204" pitchFamily="34" charset="0"/>
                          <a:ea typeface="+mn-ea"/>
                          <a:cs typeface="Arial" panose="020B0604020202020204" pitchFamily="34" charset="0"/>
                        </a:rPr>
                        <a:t>variable-length binary string data type</a:t>
                      </a: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9" name="TextBox 8">
            <a:extLst>
              <a:ext uri="{FF2B5EF4-FFF2-40B4-BE49-F238E27FC236}">
                <a16:creationId xmlns:a16="http://schemas.microsoft.com/office/drawing/2014/main" id="{7800C630-7F5A-CFE5-7327-0D4742662B1E}"/>
              </a:ext>
            </a:extLst>
          </p:cNvPr>
          <p:cNvSpPr txBox="1"/>
          <p:nvPr/>
        </p:nvSpPr>
        <p:spPr>
          <a:xfrm>
            <a:off x="191344" y="61558"/>
            <a:ext cx="6480720" cy="461665"/>
          </a:xfrm>
          <a:prstGeom prst="rect">
            <a:avLst/>
          </a:prstGeom>
          <a:noFill/>
        </p:spPr>
        <p:txBody>
          <a:bodyPr wrap="square">
            <a:spAutoFit/>
          </a:bodyPr>
          <a:lstStyle/>
          <a:p>
            <a:pPr lvl="0">
              <a:defRPr/>
            </a:pPr>
            <a:r>
              <a:rPr lang="en-IN" sz="2400" dirty="0">
                <a:latin typeface="Liberation Mono"/>
              </a:rPr>
              <a:t>quantity </a:t>
            </a:r>
            <a:r>
              <a:rPr lang="en-IN" sz="2400" dirty="0">
                <a:solidFill>
                  <a:srgbClr val="834689"/>
                </a:solidFill>
                <a:latin typeface="Liberation Mono"/>
              </a:rPr>
              <a:t>VARCHAR</a:t>
            </a:r>
            <a:r>
              <a:rPr lang="en-IN" sz="2400" dirty="0">
                <a:latin typeface="Liberation Mono"/>
              </a:rPr>
              <a:t>(20) -- values: </a:t>
            </a:r>
            <a:r>
              <a:rPr lang="en-IN" sz="2400" dirty="0">
                <a:solidFill>
                  <a:srgbClr val="990055"/>
                </a:solidFill>
                <a:latin typeface="Liberation Mono"/>
              </a:rPr>
              <a:t>20</a:t>
            </a:r>
            <a:r>
              <a:rPr lang="en-IN" sz="2400" dirty="0">
                <a:latin typeface="Liberation Mono"/>
              </a:rPr>
              <a:t>,  </a:t>
            </a:r>
            <a:r>
              <a:rPr lang="en-IN" sz="2400" dirty="0">
                <a:solidFill>
                  <a:srgbClr val="00B050"/>
                </a:solidFill>
                <a:latin typeface="Liberation Mono"/>
              </a:rPr>
              <a:t>'20'</a:t>
            </a:r>
            <a:r>
              <a:rPr lang="en-IN" sz="2400" dirty="0">
                <a:latin typeface="Liberation Mono"/>
              </a:rPr>
              <a:t>,</a:t>
            </a:r>
            <a:r>
              <a:rPr lang="en-IN" sz="24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1A700-8158-11E5-9F44-012FEAA35D1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65FA99-A595-8B9A-1076-A4862C50A40B}"/>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PAD_CHAR_TO_FULL_LENGTH</a:t>
            </a:r>
          </a:p>
        </p:txBody>
      </p:sp>
      <p:grpSp>
        <p:nvGrpSpPr>
          <p:cNvPr id="5" name="Group 4">
            <a:extLst>
              <a:ext uri="{FF2B5EF4-FFF2-40B4-BE49-F238E27FC236}">
                <a16:creationId xmlns:a16="http://schemas.microsoft.com/office/drawing/2014/main" id="{BBD4B6EF-4369-787D-C769-FCFE50D94481}"/>
              </a:ext>
            </a:extLst>
          </p:cNvPr>
          <p:cNvGrpSpPr/>
          <p:nvPr/>
        </p:nvGrpSpPr>
        <p:grpSpPr>
          <a:xfrm>
            <a:off x="407368" y="3645024"/>
            <a:ext cx="11233248" cy="2373555"/>
            <a:chOff x="335358" y="3593728"/>
            <a:chExt cx="11449272" cy="2373555"/>
          </a:xfrm>
        </p:grpSpPr>
        <p:sp>
          <p:nvSpPr>
            <p:cNvPr id="3" name="Rectangle 2">
              <a:extLst>
                <a:ext uri="{FF2B5EF4-FFF2-40B4-BE49-F238E27FC236}">
                  <a16:creationId xmlns:a16="http://schemas.microsoft.com/office/drawing/2014/main" id="{4B1CF47B-86AB-1E13-379B-309DDBD18BDB}"/>
                </a:ext>
              </a:extLst>
            </p:cNvPr>
            <p:cNvSpPr/>
            <p:nvPr/>
          </p:nvSpPr>
          <p:spPr>
            <a:xfrm>
              <a:off x="335358" y="3593728"/>
              <a:ext cx="11449272" cy="1200329"/>
            </a:xfrm>
            <a:prstGeom prst="rect">
              <a:avLst/>
            </a:prstGeom>
          </p:spPr>
          <p:txBody>
            <a:bodyPr wrap="square">
              <a:spAutoFit/>
            </a:bodyPr>
            <a:lstStyle/>
            <a:p>
              <a:pPr algn="just"/>
              <a:r>
                <a:rPr lang="en-IN" sz="2400" dirty="0">
                  <a:latin typeface="Aptos Narrow" panose="020B0004020202020204" pitchFamily="34" charset="0"/>
                  <a:cs typeface="Arial" panose="020B0604020202020204" pitchFamily="34" charset="0"/>
                </a:rPr>
                <a:t>By default, trailing spaces are trimmed from CHAR column values on retrieval. If </a:t>
              </a:r>
              <a:r>
                <a:rPr lang="en-IN" sz="2000" b="1" i="1" dirty="0">
                  <a:solidFill>
                    <a:srgbClr val="0089A4"/>
                  </a:solidFill>
                  <a:latin typeface="Aptos Narrow" panose="020B0004020202020204" pitchFamily="34" charset="0"/>
                  <a:cs typeface="Arial" panose="020B0604020202020204" pitchFamily="34" charset="0"/>
                </a:rPr>
                <a:t>PAD_CHAR_TO_FULL_LENGTH</a:t>
              </a:r>
              <a:r>
                <a:rPr lang="en-IN" sz="2000" dirty="0">
                  <a:solidFill>
                    <a:srgbClr val="0089A4"/>
                  </a:solidFill>
                  <a:latin typeface="Aptos Narrow" panose="020B0004020202020204" pitchFamily="34" charset="0"/>
                  <a:cs typeface="Arial" panose="020B0604020202020204" pitchFamily="34" charset="0"/>
                </a:rPr>
                <a:t> </a:t>
              </a:r>
              <a:r>
                <a:rPr lang="en-IN" sz="2400" dirty="0">
                  <a:latin typeface="Aptos Narrow" panose="020B0004020202020204" pitchFamily="34" charset="0"/>
                  <a:cs typeface="Arial" panose="020B0604020202020204" pitchFamily="34" charset="0"/>
                </a:rPr>
                <a:t>is enabled, trimming does not occur and retrieved CHAR values are padded to their full length.</a:t>
              </a:r>
            </a:p>
          </p:txBody>
        </p:sp>
        <p:sp>
          <p:nvSpPr>
            <p:cNvPr id="6" name="Rectangle 5">
              <a:extLst>
                <a:ext uri="{FF2B5EF4-FFF2-40B4-BE49-F238E27FC236}">
                  <a16:creationId xmlns:a16="http://schemas.microsoft.com/office/drawing/2014/main" id="{EB7B2A39-3715-568A-14FE-4FFE436CEB72}"/>
                </a:ext>
              </a:extLst>
            </p:cNvPr>
            <p:cNvSpPr/>
            <p:nvPr/>
          </p:nvSpPr>
          <p:spPr>
            <a:xfrm>
              <a:off x="335358" y="5013176"/>
              <a:ext cx="11449270" cy="954107"/>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a:t>
              </a:r>
            </a:p>
            <a:p>
              <a:pPr marL="285750" indent="-285750">
                <a:buFont typeface="Arial" panose="020B0604020202020204" pitchFamily="34" charset="0"/>
                <a:buChar char="•"/>
              </a:pPr>
              <a:r>
                <a:rPr lang="en-IN" sz="2800" i="1" dirty="0">
                  <a:solidFill>
                    <a:srgbClr val="0070C0"/>
                  </a:solidFill>
                  <a:latin typeface="Aptos Narrow" panose="020B0004020202020204" pitchFamily="34" charset="0"/>
                  <a:cs typeface="Arial" panose="020B0604020202020204" pitchFamily="34" charset="0"/>
                </a:rPr>
                <a:t>SET sql_mode = 'PAD_CHAR_TO_FULL_LENGTH';</a:t>
              </a:r>
            </a:p>
          </p:txBody>
        </p:sp>
      </p:grpSp>
      <p:sp>
        <p:nvSpPr>
          <p:cNvPr id="8" name="TextBox 7">
            <a:extLst>
              <a:ext uri="{FF2B5EF4-FFF2-40B4-BE49-F238E27FC236}">
                <a16:creationId xmlns:a16="http://schemas.microsoft.com/office/drawing/2014/main" id="{D71873E8-2E03-83A4-0ABB-57B5ED0D5099}"/>
              </a:ext>
            </a:extLst>
          </p:cNvPr>
          <p:cNvSpPr txBox="1"/>
          <p:nvPr/>
        </p:nvSpPr>
        <p:spPr>
          <a:xfrm>
            <a:off x="407368" y="1052736"/>
            <a:ext cx="11233248" cy="1938992"/>
          </a:xfrm>
          <a:prstGeom prst="rect">
            <a:avLst/>
          </a:prstGeom>
          <a:noFill/>
        </p:spPr>
        <p:txBody>
          <a:bodyPr wrap="square">
            <a:spAutoFit/>
          </a:bodyPr>
          <a:lstStyle/>
          <a:p>
            <a:pPr marL="285750" indent="-285750">
              <a:buFont typeface="Arial" panose="020B0604020202020204" pitchFamily="34" charset="0"/>
              <a:buChar char="•"/>
            </a:pP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an SQL mode that affects how values stored in a CHAR column are retrieved.</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Normally, MySQL removes trailing spaces from CHAR values when retrieving them. </a:t>
            </a:r>
          </a:p>
          <a:p>
            <a:pPr marL="285750" indent="-285750">
              <a:buFont typeface="Arial" panose="020B0604020202020204" pitchFamily="34" charset="0"/>
              <a:buChar char="•"/>
            </a:pPr>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When </a:t>
            </a:r>
            <a:r>
              <a:rPr lang="en-IN" b="1" i="1" dirty="0">
                <a:solidFill>
                  <a:srgbClr val="0089A4"/>
                </a:solidFill>
                <a:latin typeface="Arial" panose="020B0604020202020204" pitchFamily="34" charset="0"/>
                <a:cs typeface="Arial" panose="020B0604020202020204" pitchFamily="34" charset="0"/>
              </a:rPr>
              <a:t>PAD_CHAR_TO_FULL_LENGTH </a:t>
            </a:r>
            <a:r>
              <a:rPr lang="en-IN" sz="2000" dirty="0">
                <a:latin typeface="Arial" panose="020B0604020202020204" pitchFamily="34" charset="0"/>
                <a:cs typeface="Arial" panose="020B0604020202020204" pitchFamily="34" charset="0"/>
              </a:rPr>
              <a:t>is enabled, those trailing spaces are preserved.</a:t>
            </a:r>
          </a:p>
        </p:txBody>
      </p:sp>
    </p:spTree>
    <p:extLst>
      <p:ext uri="{BB962C8B-B14F-4D97-AF65-F5344CB8AC3E}">
        <p14:creationId xmlns:p14="http://schemas.microsoft.com/office/powerpoint/2010/main" val="28230481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D9C33-2C5A-BD65-7662-B702BAFEBE72}"/>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8F5C6FB3-BF1B-605B-5975-2AC62536DDEB}"/>
              </a:ext>
            </a:extLst>
          </p:cNvPr>
          <p:cNvGrpSpPr/>
          <p:nvPr/>
        </p:nvGrpSpPr>
        <p:grpSpPr>
          <a:xfrm>
            <a:off x="227348" y="1340768"/>
            <a:ext cx="11737304" cy="3745751"/>
            <a:chOff x="191344" y="2600737"/>
            <a:chExt cx="11737304" cy="3745751"/>
          </a:xfrm>
        </p:grpSpPr>
        <p:sp>
          <p:nvSpPr>
            <p:cNvPr id="14" name="Rectangle 13">
              <a:extLst>
                <a:ext uri="{FF2B5EF4-FFF2-40B4-BE49-F238E27FC236}">
                  <a16:creationId xmlns:a16="http://schemas.microsoft.com/office/drawing/2014/main" id="{923FC6EE-91F9-C296-54DE-B1535925D0DE}"/>
                </a:ext>
              </a:extLst>
            </p:cNvPr>
            <p:cNvSpPr/>
            <p:nvPr/>
          </p:nvSpPr>
          <p:spPr>
            <a:xfrm>
              <a:off x="191344" y="3429000"/>
              <a:ext cx="5400599" cy="92333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 TABLE </a:t>
              </a:r>
              <a:r>
                <a:rPr lang="en-US" dirty="0">
                  <a:latin typeface="Liberation Mono"/>
                  <a:cs typeface="Arial" panose="020B0604020202020204" pitchFamily="34" charset="0"/>
                </a:rPr>
                <a:t>department(</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UNSIGNED </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 KEY</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3" name="TextBox 12">
              <a:extLst>
                <a:ext uri="{FF2B5EF4-FFF2-40B4-BE49-F238E27FC236}">
                  <a16:creationId xmlns:a16="http://schemas.microsoft.com/office/drawing/2014/main" id="{BB6EFF35-5F96-1044-561C-54075726106C}"/>
                </a:ext>
              </a:extLst>
            </p:cNvPr>
            <p:cNvSpPr txBox="1"/>
            <p:nvPr/>
          </p:nvSpPr>
          <p:spPr>
            <a:xfrm>
              <a:off x="5519936" y="2600737"/>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AF180C5A-E22C-15A7-88EC-443CA003DCBA}"/>
                </a:ext>
              </a:extLst>
            </p:cNvPr>
            <p:cNvSpPr txBox="1"/>
            <p:nvPr/>
          </p:nvSpPr>
          <p:spPr>
            <a:xfrm>
              <a:off x="5519936" y="4869160"/>
              <a:ext cx="6408712" cy="1477328"/>
            </a:xfrm>
            <a:prstGeom prst="rect">
              <a:avLst/>
            </a:prstGeom>
            <a:noFill/>
          </p:spPr>
          <p:txBody>
            <a:bodyPr wrap="square">
              <a:spAutoFit/>
            </a:bodyPr>
            <a:lstStyle/>
            <a:p>
              <a:r>
                <a:rPr lang="en-US" dirty="0">
                  <a:solidFill>
                    <a:srgbClr val="0077AA"/>
                  </a:solidFill>
                  <a:latin typeface="Liberation Mono"/>
                </a:rPr>
                <a:t>CREATE TABLE </a:t>
              </a:r>
              <a:r>
                <a:rPr lang="en-US" dirty="0">
                  <a:latin typeface="Liberation Mono"/>
                  <a:cs typeface="Arial" panose="020B0604020202020204" pitchFamily="34" charset="0"/>
                </a:rPr>
                <a:t>employee(</a:t>
              </a:r>
            </a:p>
            <a:p>
              <a:r>
                <a:rPr lang="en-US" dirty="0">
                  <a:latin typeface="Liberation Mono"/>
                  <a:cs typeface="Arial" panose="020B0604020202020204" pitchFamily="34" charset="0"/>
                </a:rPr>
                <a:t>   department_id </a:t>
              </a:r>
              <a:r>
                <a:rPr lang="en-US" dirty="0">
                  <a:solidFill>
                    <a:srgbClr val="834689"/>
                  </a:solidFill>
                  <a:latin typeface="Liberation Mono"/>
                  <a:cs typeface="Arial" panose="020B0604020202020204" pitchFamily="34" charset="0"/>
                </a:rPr>
                <a:t>INT </a:t>
              </a:r>
              <a:r>
                <a:rPr lang="en-US" dirty="0">
                  <a:solidFill>
                    <a:schemeClr val="accent4">
                      <a:lumMod val="50000"/>
                    </a:schemeClr>
                  </a:solidFill>
                  <a:latin typeface="Liberation Mono"/>
                  <a:cs typeface="Arial" panose="020B0604020202020204" pitchFamily="34" charset="0"/>
                </a:rPr>
                <a:t>UNSIGNED</a:t>
              </a:r>
              <a:r>
                <a:rPr lang="en-US" dirty="0">
                  <a:latin typeface="Liberation Mono"/>
                  <a:cs typeface="Arial" panose="020B0604020202020204" pitchFamily="34" charset="0"/>
                </a:rPr>
                <a:t>, </a:t>
              </a:r>
            </a:p>
            <a:p>
              <a:r>
                <a:rPr lang="en-US" dirty="0">
                  <a:solidFill>
                    <a:srgbClr val="C00000"/>
                  </a:solidFill>
                  <a:latin typeface="Liberation Mono"/>
                  <a:cs typeface="Arial" panose="020B0604020202020204" pitchFamily="34" charset="0"/>
                </a:rPr>
                <a:t>   FOREIGN KEY </a:t>
              </a:r>
              <a:r>
                <a:rPr lang="en-US" dirty="0">
                  <a:latin typeface="Liberation Mono"/>
                  <a:cs typeface="Arial" panose="020B0604020202020204" pitchFamily="34" charset="0"/>
                </a:rPr>
                <a:t>(department_id)  </a:t>
              </a:r>
              <a:r>
                <a:rPr lang="en-US" dirty="0">
                  <a:solidFill>
                    <a:srgbClr val="C00000"/>
                  </a:solidFill>
                  <a:latin typeface="Liberation Mono"/>
                  <a:cs typeface="Arial" panose="020B0604020202020204" pitchFamily="34" charset="0"/>
                </a:rPr>
                <a:t>REFERENCES </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department(department_id)</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grpSp>
      <p:sp>
        <p:nvSpPr>
          <p:cNvPr id="4" name="Rectangle 3">
            <a:extLst>
              <a:ext uri="{FF2B5EF4-FFF2-40B4-BE49-F238E27FC236}">
                <a16:creationId xmlns:a16="http://schemas.microsoft.com/office/drawing/2014/main" id="{1460CA6D-9FA5-A2C0-4CA2-0AA1D15793EE}"/>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72216315"/>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1281043904"/>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C90CE-649F-30C6-0A64-6797475DF2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1B2637D-A5CA-30EA-3CB6-1BC632ACB083}"/>
              </a:ext>
            </a:extLst>
          </p:cNvPr>
          <p:cNvGraphicFramePr>
            <a:graphicFrameLocks noGrp="1"/>
          </p:cNvGraphicFramePr>
          <p:nvPr>
            <p:extLst>
              <p:ext uri="{D42A27DB-BD31-4B8C-83A1-F6EECF244321}">
                <p14:modId xmlns:p14="http://schemas.microsoft.com/office/powerpoint/2010/main" val="1870842038"/>
              </p:ext>
            </p:extLst>
          </p:nvPr>
        </p:nvGraphicFramePr>
        <p:xfrm>
          <a:off x="263352" y="612000"/>
          <a:ext cx="11665296" cy="4362024"/>
        </p:xfrm>
        <a:graphic>
          <a:graphicData uri="http://schemas.openxmlformats.org/drawingml/2006/table">
            <a:tbl>
              <a:tblPr firstRow="1" bandRow="1">
                <a:tableStyleId>{7E9639D4-E3E2-4D34-9284-5A2195B3D0D7}</a:tableStyleId>
              </a:tblPr>
              <a:tblGrid>
                <a:gridCol w="5112568">
                  <a:extLst>
                    <a:ext uri="{9D8B030D-6E8A-4147-A177-3AD203B41FA5}">
                      <a16:colId xmlns:a16="http://schemas.microsoft.com/office/drawing/2014/main" val="20000"/>
                    </a:ext>
                  </a:extLst>
                </a:gridCol>
                <a:gridCol w="655272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CONCAT_WS(</a:t>
                      </a:r>
                      <a:r>
                        <a:rPr kumimoji="0" lang="en-IN" sz="1800" i="1" kern="1200" dirty="0">
                          <a:solidFill>
                            <a:schemeClr val="tx2"/>
                          </a:solidFill>
                          <a:latin typeface="Liberation Mono"/>
                          <a:ea typeface="+mn-ea"/>
                          <a:cs typeface="+mn-cs"/>
                        </a:rPr>
                        <a:t>separator</a:t>
                      </a:r>
                      <a:r>
                        <a:rPr lang="en-IN" dirty="0"/>
                        <a:t>, </a:t>
                      </a:r>
                      <a:r>
                        <a:rPr kumimoji="0" lang="en-IN" sz="1800" i="1" kern="1200" dirty="0">
                          <a:solidFill>
                            <a:schemeClr val="tx2"/>
                          </a:solidFill>
                          <a:latin typeface="Liberation Mono"/>
                          <a:ea typeface="+mn-ea"/>
                          <a:cs typeface="+mn-cs"/>
                        </a:rPr>
                        <a:t>string1</a:t>
                      </a:r>
                      <a:r>
                        <a:rPr lang="en-IN" dirty="0"/>
                        <a:t>, </a:t>
                      </a:r>
                      <a:r>
                        <a:rPr kumimoji="0" lang="en-IN" sz="1800" i="1" kern="1200" dirty="0">
                          <a:solidFill>
                            <a:schemeClr val="tx2"/>
                          </a:solidFill>
                          <a:latin typeface="Liberation Mono"/>
                          <a:ea typeface="+mn-ea"/>
                          <a:cs typeface="+mn-cs"/>
                        </a:rPr>
                        <a:t>string2</a:t>
                      </a:r>
                      <a:r>
                        <a:rPr lang="en-IN" dirty="0"/>
                        <a:t>, </a:t>
                      </a:r>
                      <a:r>
                        <a:rPr kumimoji="0" lang="en-IN" sz="1800" i="1" kern="1200" dirty="0">
                          <a:solidFill>
                            <a:schemeClr val="tx2"/>
                          </a:solidFill>
                          <a:latin typeface="Liberation Mono"/>
                          <a:ea typeface="+mn-ea"/>
                          <a:cs typeface="+mn-cs"/>
                        </a:rPr>
                        <a:t>string3</a:t>
                      </a:r>
                      <a:r>
                        <a:rPr lang="en-IN" dirty="0"/>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lvl="0" indent="-285750">
                        <a:buFont typeface="Arial" panose="020B0604020202020204" pitchFamily="34" charset="0"/>
                        <a:buChar char="•"/>
                      </a:pPr>
                      <a:r>
                        <a:rPr lang="en-IN" b="0" dirty="0"/>
                        <a:t>separator → Character/string placed between each value. </a:t>
                      </a:r>
                    </a:p>
                    <a:p>
                      <a:pPr marL="285750" lvl="0" indent="-285750">
                        <a:buFont typeface="Arial" panose="020B0604020202020204" pitchFamily="34" charset="0"/>
                        <a:buChar char="•"/>
                      </a:pPr>
                      <a:r>
                        <a:rPr lang="en-IN" b="0" dirty="0"/>
                        <a:t>string1, string2, ... → Values that you want to concatenate. </a:t>
                      </a:r>
                    </a:p>
                    <a:p>
                      <a:pPr marL="285750" lvl="0" indent="-285750">
                        <a:buFont typeface="Arial" panose="020B0604020202020204" pitchFamily="34" charset="0"/>
                        <a:buChar char="•"/>
                      </a:pPr>
                      <a:r>
                        <a:rPr kumimoji="0" lang="en-IN" b="0" kern="1200" dirty="0">
                          <a:solidFill>
                            <a:schemeClr val="tx1"/>
                          </a:solidFill>
                          <a:latin typeface="+mn-lt"/>
                          <a:ea typeface="+mn-ea"/>
                          <a:cs typeface="+mn-cs"/>
                        </a:rPr>
                        <a:t>NULL</a:t>
                      </a:r>
                      <a:r>
                        <a:rPr lang="en-IN" b="0" dirty="0"/>
                        <a:t> values are skipped by </a:t>
                      </a:r>
                      <a:r>
                        <a:rPr kumimoji="0" lang="en-IN" b="0" kern="1200" dirty="0">
                          <a:solidFill>
                            <a:schemeClr val="tx1"/>
                          </a:solidFill>
                          <a:latin typeface="+mn-lt"/>
                          <a:ea typeface="+mn-ea"/>
                          <a:cs typeface="+mn-cs"/>
                        </a:rPr>
                        <a:t>CONCAT_WS()</a:t>
                      </a:r>
                      <a:r>
                        <a:rPr lang="en-IN" b="0" dirty="0"/>
                        <a:t>.</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REGEXP_REPLACE</a:t>
                      </a:r>
                      <a:r>
                        <a:rPr lang="en-IN" dirty="0">
                          <a:latin typeface="Liberation Mono"/>
                        </a:rPr>
                        <a:t>(</a:t>
                      </a:r>
                      <a:r>
                        <a:rPr lang="en-IN" i="1" dirty="0">
                          <a:latin typeface="Liberation Mono"/>
                        </a:rPr>
                        <a:t>expr</a:t>
                      </a:r>
                      <a:r>
                        <a:rPr lang="en-IN" dirty="0">
                          <a:latin typeface="Liberation Mono"/>
                        </a:rPr>
                        <a:t>, </a:t>
                      </a:r>
                      <a:r>
                        <a:rPr lang="en-IN" i="1" dirty="0">
                          <a:latin typeface="Liberation Mono"/>
                        </a:rPr>
                        <a:t>pattern</a:t>
                      </a:r>
                      <a:r>
                        <a:rPr lang="en-IN" dirty="0">
                          <a:latin typeface="Liberation Mono"/>
                        </a:rPr>
                        <a:t>, </a:t>
                      </a:r>
                      <a:r>
                        <a:rPr lang="en-IN" i="1" dirty="0">
                          <a:latin typeface="Liberation Mono"/>
                        </a:rPr>
                        <a:t>replacement</a:t>
                      </a:r>
                      <a:r>
                        <a:rPr lang="en-IN" dirty="0">
                          <a:latin typeface="Liberation Mono"/>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i="1" kern="1200" dirty="0">
                        <a:solidFill>
                          <a:schemeClr val="tx2"/>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a:extLst>
              <a:ext uri="{FF2B5EF4-FFF2-40B4-BE49-F238E27FC236}">
                <a16:creationId xmlns:a16="http://schemas.microsoft.com/office/drawing/2014/main" id="{3ADD164D-EEAD-5BD6-5EEB-1C0BB73F910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CBBD1052-36E9-C078-53E4-58FE3ABF1626}"/>
              </a:ext>
            </a:extLst>
          </p:cNvPr>
          <p:cNvSpPr txBox="1"/>
          <p:nvPr/>
        </p:nvSpPr>
        <p:spPr>
          <a:xfrm>
            <a:off x="267563" y="5170779"/>
            <a:ext cx="11656874" cy="369332"/>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a:t>
            </a:r>
            <a:r>
              <a:rPr lang="en-US" sz="1800" dirty="0">
                <a:latin typeface="Liberation Mono"/>
              </a:rPr>
              <a:t> patientId,   </a:t>
            </a:r>
            <a:r>
              <a:rPr lang="en-US" dirty="0">
                <a:solidFill>
                  <a:srgbClr val="DD4A68"/>
                </a:solidFill>
                <a:latin typeface="Liberation Mono"/>
              </a:rPr>
              <a:t>CONCAT_WS</a:t>
            </a:r>
            <a:r>
              <a:rPr lang="en-US" sz="1800" dirty="0">
                <a:latin typeface="Liberation Mono"/>
              </a:rPr>
              <a:t>(' ', firstName, middleName, lastName) AS </a:t>
            </a:r>
            <a:r>
              <a:rPr lang="en-US" sz="1800" dirty="0">
                <a:solidFill>
                  <a:srgbClr val="00B050"/>
                </a:solidFill>
                <a:latin typeface="Liberation Mono"/>
              </a:rPr>
              <a:t>'Full </a:t>
            </a:r>
            <a:r>
              <a:rPr lang="en-US" dirty="0">
                <a:solidFill>
                  <a:srgbClr val="00B050"/>
                </a:solidFill>
                <a:latin typeface="Liberation Mono"/>
              </a:rPr>
              <a:t>Name'</a:t>
            </a:r>
            <a:r>
              <a:rPr lang="en-US" dirty="0">
                <a:solidFill>
                  <a:srgbClr val="0077AA"/>
                </a:solidFill>
                <a:latin typeface="Liberation Mono"/>
                <a:cs typeface="Times New Roman" panose="02020603050405020304" pitchFamily="18" charset="0"/>
              </a:rPr>
              <a:t> FROM</a:t>
            </a:r>
            <a:r>
              <a:rPr lang="en-US" sz="1800" dirty="0">
                <a:latin typeface="Liberation Mono"/>
              </a:rPr>
              <a:t> patient;</a:t>
            </a:r>
          </a:p>
        </p:txBody>
      </p:sp>
    </p:spTree>
    <p:extLst>
      <p:ext uri="{BB962C8B-B14F-4D97-AF65-F5344CB8AC3E}">
        <p14:creationId xmlns:p14="http://schemas.microsoft.com/office/powerpoint/2010/main" val="3723617222"/>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5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72382</TotalTime>
  <Words>108229</Words>
  <Application>Microsoft Office PowerPoint</Application>
  <PresentationFormat>Widescreen</PresentationFormat>
  <Paragraphs>16437</Paragraphs>
  <Slides>919</Slides>
  <Notes>62</Notes>
  <HiddenSlides>0</HiddenSlides>
  <MMClips>0</MMClips>
  <ScaleCrop>false</ScaleCrop>
  <HeadingPairs>
    <vt:vector size="6" baseType="variant">
      <vt:variant>
        <vt:lpstr>Fonts Used</vt:lpstr>
      </vt:variant>
      <vt:variant>
        <vt:i4>46</vt:i4>
      </vt:variant>
      <vt:variant>
        <vt:lpstr>Theme</vt:lpstr>
      </vt:variant>
      <vt:variant>
        <vt:i4>1</vt:i4>
      </vt:variant>
      <vt:variant>
        <vt:lpstr>Slide Titles</vt:lpstr>
      </vt:variant>
      <vt:variant>
        <vt:i4>919</vt:i4>
      </vt:variant>
    </vt:vector>
  </HeadingPairs>
  <TitlesOfParts>
    <vt:vector size="966" baseType="lpstr">
      <vt:lpstr>SimSun</vt:lpstr>
      <vt:lpstr>-apple-system</vt:lpstr>
      <vt:lpstr>Aptos Narrow</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15404</cp:revision>
  <dcterms:created xsi:type="dcterms:W3CDTF">2015-10-09T06:09:34Z</dcterms:created>
  <dcterms:modified xsi:type="dcterms:W3CDTF">2026-09-29T06:06:35Z</dcterms:modified>
</cp:coreProperties>
</file>