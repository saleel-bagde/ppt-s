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09"/>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414" r:id="rId430"/>
    <p:sldId id="1444" r:id="rId431"/>
    <p:sldId id="1779" r:id="rId432"/>
    <p:sldId id="1152" r:id="rId433"/>
    <p:sldId id="1153" r:id="rId434"/>
    <p:sldId id="436" r:id="rId435"/>
    <p:sldId id="1739" r:id="rId436"/>
    <p:sldId id="402" r:id="rId437"/>
    <p:sldId id="403" r:id="rId438"/>
    <p:sldId id="404" r:id="rId439"/>
    <p:sldId id="1075" r:id="rId440"/>
    <p:sldId id="1076" r:id="rId441"/>
    <p:sldId id="1219" r:id="rId442"/>
    <p:sldId id="1730" r:id="rId443"/>
    <p:sldId id="1758" r:id="rId444"/>
    <p:sldId id="1763" r:id="rId445"/>
    <p:sldId id="421" r:id="rId446"/>
    <p:sldId id="564" r:id="rId447"/>
    <p:sldId id="1364" r:id="rId448"/>
    <p:sldId id="826" r:id="rId449"/>
    <p:sldId id="566" r:id="rId450"/>
    <p:sldId id="1211" r:id="rId451"/>
    <p:sldId id="1430" r:id="rId452"/>
    <p:sldId id="1460" r:id="rId453"/>
    <p:sldId id="1628" r:id="rId454"/>
    <p:sldId id="1629" r:id="rId455"/>
    <p:sldId id="1630" r:id="rId456"/>
    <p:sldId id="1631" r:id="rId457"/>
    <p:sldId id="820" r:id="rId458"/>
    <p:sldId id="821" r:id="rId459"/>
    <p:sldId id="1077" r:id="rId460"/>
    <p:sldId id="1177" r:id="rId461"/>
    <p:sldId id="798" r:id="rId462"/>
    <p:sldId id="1215" r:id="rId463"/>
    <p:sldId id="1427" r:id="rId464"/>
    <p:sldId id="1225" r:id="rId465"/>
    <p:sldId id="1212" r:id="rId466"/>
    <p:sldId id="1213" r:id="rId467"/>
    <p:sldId id="1216" r:id="rId468"/>
    <p:sldId id="1210" r:id="rId469"/>
    <p:sldId id="1151" r:id="rId470"/>
    <p:sldId id="1217" r:id="rId471"/>
    <p:sldId id="1226" r:id="rId472"/>
    <p:sldId id="443" r:id="rId473"/>
    <p:sldId id="445" r:id="rId474"/>
    <p:sldId id="446" r:id="rId475"/>
    <p:sldId id="1293" r:id="rId476"/>
    <p:sldId id="1403" r:id="rId477"/>
    <p:sldId id="1635" r:id="rId478"/>
    <p:sldId id="1670" r:id="rId479"/>
    <p:sldId id="1671" r:id="rId480"/>
    <p:sldId id="1619" r:id="rId481"/>
    <p:sldId id="1290" r:id="rId482"/>
    <p:sldId id="1636" r:id="rId483"/>
    <p:sldId id="1623" r:id="rId484"/>
    <p:sldId id="1294" r:id="rId485"/>
    <p:sldId id="1638" r:id="rId486"/>
    <p:sldId id="1283" r:id="rId487"/>
    <p:sldId id="1677" r:id="rId488"/>
    <p:sldId id="1676" r:id="rId489"/>
    <p:sldId id="1640" r:id="rId490"/>
    <p:sldId id="1510" r:id="rId491"/>
    <p:sldId id="1292" r:id="rId492"/>
    <p:sldId id="1688" r:id="rId493"/>
    <p:sldId id="1533" r:id="rId494"/>
    <p:sldId id="1718" r:id="rId495"/>
    <p:sldId id="1719" r:id="rId496"/>
    <p:sldId id="440" r:id="rId497"/>
    <p:sldId id="823" r:id="rId498"/>
    <p:sldId id="570" r:id="rId499"/>
    <p:sldId id="827" r:id="rId500"/>
    <p:sldId id="453" r:id="rId501"/>
    <p:sldId id="574" r:id="rId502"/>
    <p:sldId id="1528" r:id="rId503"/>
    <p:sldId id="838" r:id="rId504"/>
    <p:sldId id="839" r:id="rId505"/>
    <p:sldId id="1271" r:id="rId506"/>
    <p:sldId id="1059" r:id="rId507"/>
    <p:sldId id="1060" r:id="rId508"/>
    <p:sldId id="1639" r:id="rId509"/>
    <p:sldId id="1749" r:id="rId510"/>
    <p:sldId id="1750" r:id="rId511"/>
    <p:sldId id="1418" r:id="rId512"/>
    <p:sldId id="1558" r:id="rId513"/>
    <p:sldId id="1751" r:id="rId514"/>
    <p:sldId id="1605" r:id="rId515"/>
    <p:sldId id="1615" r:id="rId516"/>
    <p:sldId id="1602" r:id="rId517"/>
    <p:sldId id="1616" r:id="rId518"/>
    <p:sldId id="1618" r:id="rId519"/>
    <p:sldId id="1731" r:id="rId520"/>
    <p:sldId id="576" r:id="rId521"/>
    <p:sldId id="824" r:id="rId522"/>
    <p:sldId id="577" r:id="rId523"/>
    <p:sldId id="935" r:id="rId524"/>
    <p:sldId id="371" r:id="rId525"/>
    <p:sldId id="575" r:id="rId526"/>
    <p:sldId id="1426" r:id="rId527"/>
    <p:sldId id="1165" r:id="rId528"/>
    <p:sldId id="1166" r:id="rId529"/>
    <p:sldId id="937" r:id="rId530"/>
    <p:sldId id="894" r:id="rId531"/>
    <p:sldId id="532" r:id="rId532"/>
    <p:sldId id="1167" r:id="rId533"/>
    <p:sldId id="1168" r:id="rId534"/>
    <p:sldId id="587" r:id="rId535"/>
    <p:sldId id="675" r:id="rId536"/>
    <p:sldId id="588" r:id="rId537"/>
    <p:sldId id="997" r:id="rId538"/>
    <p:sldId id="1768" r:id="rId539"/>
    <p:sldId id="856" r:id="rId540"/>
    <p:sldId id="857" r:id="rId541"/>
    <p:sldId id="1600" r:id="rId542"/>
    <p:sldId id="1697" r:id="rId543"/>
    <p:sldId id="1646" r:id="rId544"/>
    <p:sldId id="1645" r:id="rId545"/>
    <p:sldId id="1620" r:id="rId546"/>
    <p:sldId id="1621" r:id="rId547"/>
    <p:sldId id="1612" r:id="rId548"/>
    <p:sldId id="1613" r:id="rId549"/>
    <p:sldId id="1611" r:id="rId550"/>
    <p:sldId id="1609" r:id="rId551"/>
    <p:sldId id="1637" r:id="rId552"/>
    <p:sldId id="1654" r:id="rId553"/>
    <p:sldId id="1634" r:id="rId554"/>
    <p:sldId id="706" r:id="rId555"/>
    <p:sldId id="589" r:id="rId556"/>
    <p:sldId id="998" r:id="rId557"/>
    <p:sldId id="707" r:id="rId558"/>
    <p:sldId id="815" r:id="rId559"/>
    <p:sldId id="1410" r:id="rId560"/>
    <p:sldId id="979" r:id="rId561"/>
    <p:sldId id="982" r:id="rId562"/>
    <p:sldId id="983" r:id="rId563"/>
    <p:sldId id="975" r:id="rId564"/>
    <p:sldId id="708" r:id="rId565"/>
    <p:sldId id="593" r:id="rId566"/>
    <p:sldId id="709" r:id="rId567"/>
    <p:sldId id="594" r:id="rId568"/>
    <p:sldId id="1690" r:id="rId569"/>
    <p:sldId id="710" r:id="rId570"/>
    <p:sldId id="1547" r:id="rId571"/>
    <p:sldId id="607" r:id="rId572"/>
    <p:sldId id="336" r:id="rId573"/>
    <p:sldId id="337" r:id="rId574"/>
    <p:sldId id="748" r:id="rId575"/>
    <p:sldId id="1034" r:id="rId576"/>
    <p:sldId id="508" r:id="rId577"/>
    <p:sldId id="622" r:id="rId578"/>
    <p:sldId id="1194" r:id="rId579"/>
    <p:sldId id="989" r:id="rId580"/>
    <p:sldId id="1228" r:id="rId581"/>
    <p:sldId id="987" r:id="rId582"/>
    <p:sldId id="623" r:id="rId583"/>
    <p:sldId id="1035" r:id="rId584"/>
    <p:sldId id="1514" r:id="rId585"/>
    <p:sldId id="1607" r:id="rId586"/>
    <p:sldId id="1608" r:id="rId587"/>
    <p:sldId id="1196" r:id="rId588"/>
    <p:sldId id="990" r:id="rId589"/>
    <p:sldId id="991" r:id="rId590"/>
    <p:sldId id="1224" r:id="rId591"/>
    <p:sldId id="627" r:id="rId592"/>
    <p:sldId id="628" r:id="rId593"/>
    <p:sldId id="1036" r:id="rId594"/>
    <p:sldId id="626" r:id="rId595"/>
    <p:sldId id="992" r:id="rId596"/>
    <p:sldId id="1682" r:id="rId597"/>
    <p:sldId id="1683" r:id="rId598"/>
    <p:sldId id="1037" r:id="rId599"/>
    <p:sldId id="629" r:id="rId600"/>
    <p:sldId id="1274" r:id="rId601"/>
    <p:sldId id="1038" r:id="rId602"/>
    <p:sldId id="630" r:id="rId603"/>
    <p:sldId id="1039" r:id="rId604"/>
    <p:sldId id="1082" r:id="rId605"/>
    <p:sldId id="1197" r:id="rId606"/>
    <p:sldId id="818" r:id="rId607"/>
    <p:sldId id="1081" r:id="rId608"/>
    <p:sldId id="1712" r:id="rId609"/>
    <p:sldId id="1678" r:id="rId610"/>
    <p:sldId id="993" r:id="rId611"/>
    <p:sldId id="1083" r:id="rId612"/>
    <p:sldId id="1198" r:id="rId613"/>
    <p:sldId id="913" r:id="rId614"/>
    <p:sldId id="1085" r:id="rId615"/>
    <p:sldId id="1681" r:id="rId616"/>
    <p:sldId id="1679" r:id="rId617"/>
    <p:sldId id="994" r:id="rId618"/>
    <p:sldId id="1548" r:id="rId619"/>
    <p:sldId id="1272" r:id="rId620"/>
    <p:sldId id="1538" r:id="rId621"/>
    <p:sldId id="1084" r:id="rId622"/>
    <p:sldId id="751" r:id="rId623"/>
    <p:sldId id="1781" r:id="rId624"/>
    <p:sldId id="1632" r:id="rId625"/>
    <p:sldId id="1530" r:id="rId626"/>
    <p:sldId id="1753" r:id="rId627"/>
    <p:sldId id="1754" r:id="rId628"/>
    <p:sldId id="1755" r:id="rId629"/>
    <p:sldId id="1756" r:id="rId630"/>
    <p:sldId id="1757" r:id="rId631"/>
    <p:sldId id="1529" r:id="rId632"/>
    <p:sldId id="1601" r:id="rId633"/>
    <p:sldId id="1689" r:id="rId634"/>
    <p:sldId id="1666" r:id="rId635"/>
    <p:sldId id="1625" r:id="rId636"/>
    <p:sldId id="1653" r:id="rId637"/>
    <p:sldId id="1644" r:id="rId638"/>
    <p:sldId id="1626" r:id="rId639"/>
    <p:sldId id="1698" r:id="rId640"/>
    <p:sldId id="1531" r:id="rId641"/>
    <p:sldId id="1532" r:id="rId642"/>
    <p:sldId id="1539" r:id="rId643"/>
    <p:sldId id="1724" r:id="rId644"/>
    <p:sldId id="352" r:id="rId645"/>
    <p:sldId id="1275" r:id="rId646"/>
    <p:sldId id="1606" r:id="rId647"/>
    <p:sldId id="633" r:id="rId648"/>
    <p:sldId id="521" r:id="rId649"/>
    <p:sldId id="1337" r:id="rId650"/>
    <p:sldId id="1669" r:id="rId651"/>
    <p:sldId id="1667" r:id="rId652"/>
    <p:sldId id="1668" r:id="rId653"/>
    <p:sldId id="1717" r:id="rId654"/>
    <p:sldId id="1610" r:id="rId655"/>
    <p:sldId id="1649" r:id="rId656"/>
    <p:sldId id="1685" r:id="rId657"/>
    <p:sldId id="1687" r:id="rId658"/>
    <p:sldId id="1686" r:id="rId659"/>
    <p:sldId id="1617" r:id="rId660"/>
    <p:sldId id="1160" r:id="rId661"/>
    <p:sldId id="1701" r:id="rId662"/>
    <p:sldId id="1651" r:id="rId663"/>
    <p:sldId id="1652" r:id="rId664"/>
    <p:sldId id="1340" r:id="rId665"/>
    <p:sldId id="1352" r:id="rId666"/>
    <p:sldId id="1650" r:id="rId667"/>
    <p:sldId id="1594" r:id="rId668"/>
    <p:sldId id="1604" r:id="rId669"/>
    <p:sldId id="1643" r:id="rId670"/>
    <p:sldId id="1595" r:id="rId671"/>
    <p:sldId id="1597" r:id="rId672"/>
    <p:sldId id="1599" r:id="rId673"/>
    <p:sldId id="1596" r:id="rId674"/>
    <p:sldId id="1603" r:id="rId675"/>
    <p:sldId id="368" r:id="rId676"/>
    <p:sldId id="636" r:id="rId677"/>
    <p:sldId id="663" r:id="rId678"/>
    <p:sldId id="664" r:id="rId679"/>
    <p:sldId id="637" r:id="rId680"/>
    <p:sldId id="638" r:id="rId681"/>
    <p:sldId id="712" r:id="rId682"/>
    <p:sldId id="713" r:id="rId683"/>
    <p:sldId id="714" r:id="rId684"/>
    <p:sldId id="836" r:id="rId685"/>
    <p:sldId id="837" r:id="rId686"/>
    <p:sldId id="342" r:id="rId687"/>
    <p:sldId id="1067" r:id="rId688"/>
    <p:sldId id="1473" r:id="rId689"/>
    <p:sldId id="1343" r:id="rId690"/>
    <p:sldId id="1068" r:id="rId691"/>
    <p:sldId id="727" r:id="rId692"/>
    <p:sldId id="1512" r:id="rId693"/>
    <p:sldId id="728" r:id="rId694"/>
    <p:sldId id="1513" r:id="rId695"/>
    <p:sldId id="781" r:id="rId696"/>
    <p:sldId id="1007" r:id="rId697"/>
    <p:sldId id="730" r:id="rId698"/>
    <p:sldId id="1264" r:id="rId699"/>
    <p:sldId id="1448" r:id="rId700"/>
    <p:sldId id="1449" r:id="rId701"/>
    <p:sldId id="1450" r:id="rId702"/>
    <p:sldId id="1157" r:id="rId703"/>
    <p:sldId id="1158" r:id="rId704"/>
    <p:sldId id="775" r:id="rId705"/>
    <p:sldId id="354" r:id="rId706"/>
    <p:sldId id="735" r:id="rId707"/>
    <p:sldId id="738" r:id="rId708"/>
    <p:sldId id="774" r:id="rId709"/>
    <p:sldId id="1549" r:id="rId710"/>
    <p:sldId id="1550" r:id="rId711"/>
    <p:sldId id="737" r:id="rId712"/>
    <p:sldId id="740" r:id="rId713"/>
    <p:sldId id="683" r:id="rId714"/>
    <p:sldId id="684" r:id="rId715"/>
    <p:sldId id="682" r:id="rId716"/>
    <p:sldId id="1405" r:id="rId717"/>
    <p:sldId id="1434" r:id="rId718"/>
    <p:sldId id="1432" r:id="rId719"/>
    <p:sldId id="1385" r:id="rId720"/>
    <p:sldId id="1433" r:id="rId721"/>
    <p:sldId id="1438" r:id="rId722"/>
    <p:sldId id="1439" r:id="rId723"/>
    <p:sldId id="1440" r:id="rId724"/>
    <p:sldId id="1431" r:id="rId725"/>
    <p:sldId id="1436" r:id="rId726"/>
    <p:sldId id="968" r:id="rId727"/>
    <p:sldId id="969" r:id="rId728"/>
    <p:sldId id="609" r:id="rId729"/>
    <p:sldId id="610" r:id="rId730"/>
    <p:sldId id="703" r:id="rId731"/>
    <p:sldId id="611" r:id="rId732"/>
    <p:sldId id="612" r:id="rId733"/>
    <p:sldId id="704" r:id="rId734"/>
    <p:sldId id="613" r:id="rId735"/>
    <p:sldId id="705" r:id="rId736"/>
    <p:sldId id="614" r:id="rId737"/>
    <p:sldId id="1045" r:id="rId738"/>
    <p:sldId id="1382" r:id="rId739"/>
    <p:sldId id="1492" r:id="rId740"/>
    <p:sldId id="1748" r:id="rId741"/>
    <p:sldId id="1723" r:id="rId742"/>
    <p:sldId id="986" r:id="rId743"/>
    <p:sldId id="427" r:id="rId744"/>
    <p:sldId id="689" r:id="rId745"/>
    <p:sldId id="731" r:id="rId746"/>
    <p:sldId id="732" r:id="rId747"/>
    <p:sldId id="758" r:id="rId748"/>
    <p:sldId id="759" r:id="rId749"/>
    <p:sldId id="1417" r:id="rId750"/>
    <p:sldId id="916" r:id="rId751"/>
    <p:sldId id="917" r:id="rId752"/>
    <p:sldId id="840" r:id="rId753"/>
    <p:sldId id="841" r:id="rId754"/>
    <p:sldId id="939" r:id="rId755"/>
    <p:sldId id="766" r:id="rId756"/>
    <p:sldId id="767" r:id="rId757"/>
    <p:sldId id="776" r:id="rId758"/>
    <p:sldId id="752" r:id="rId759"/>
    <p:sldId id="753" r:id="rId760"/>
    <p:sldId id="764" r:id="rId761"/>
    <p:sldId id="1507" r:id="rId762"/>
    <p:sldId id="765" r:id="rId763"/>
    <p:sldId id="1472" r:id="rId764"/>
    <p:sldId id="874" r:id="rId765"/>
    <p:sldId id="946" r:id="rId766"/>
    <p:sldId id="943" r:id="rId767"/>
    <p:sldId id="755" r:id="rId768"/>
    <p:sldId id="754" r:id="rId769"/>
    <p:sldId id="670" r:id="rId770"/>
    <p:sldId id="1347" r:id="rId771"/>
    <p:sldId id="777" r:id="rId772"/>
    <p:sldId id="762" r:id="rId773"/>
    <p:sldId id="763" r:id="rId774"/>
    <p:sldId id="769" r:id="rId775"/>
    <p:sldId id="1398" r:id="rId776"/>
    <p:sldId id="770" r:id="rId777"/>
    <p:sldId id="873" r:id="rId778"/>
    <p:sldId id="1527" r:id="rId779"/>
    <p:sldId id="1664" r:id="rId780"/>
    <p:sldId id="1713" r:id="rId781"/>
    <p:sldId id="1714" r:id="rId782"/>
    <p:sldId id="875" r:id="rId783"/>
    <p:sldId id="1469" r:id="rId784"/>
    <p:sldId id="1556" r:id="rId785"/>
    <p:sldId id="1412" r:id="rId786"/>
    <p:sldId id="583" r:id="rId787"/>
    <p:sldId id="584" r:id="rId788"/>
    <p:sldId id="585" r:id="rId789"/>
    <p:sldId id="1069" r:id="rId790"/>
    <p:sldId id="1442" r:id="rId791"/>
    <p:sldId id="1790" r:id="rId792"/>
    <p:sldId id="1743" r:id="rId793"/>
    <p:sldId id="1742" r:id="rId794"/>
    <p:sldId id="1777" r:id="rId795"/>
    <p:sldId id="1778" r:id="rId796"/>
    <p:sldId id="1715" r:id="rId797"/>
    <p:sldId id="1716" r:id="rId798"/>
    <p:sldId id="1770" r:id="rId799"/>
    <p:sldId id="1771" r:id="rId800"/>
    <p:sldId id="1785" r:id="rId801"/>
    <p:sldId id="1786" r:id="rId802"/>
    <p:sldId id="1784" r:id="rId803"/>
    <p:sldId id="1792" r:id="rId804"/>
    <p:sldId id="1789" r:id="rId805"/>
    <p:sldId id="1788" r:id="rId806"/>
    <p:sldId id="1787" r:id="rId807"/>
    <p:sldId id="1791" r:id="rId808"/>
    <p:sldId id="1793" r:id="rId809"/>
    <p:sldId id="1794" r:id="rId810"/>
    <p:sldId id="1795" r:id="rId811"/>
    <p:sldId id="1796" r:id="rId812"/>
    <p:sldId id="952" r:id="rId813"/>
    <p:sldId id="1555" r:id="rId814"/>
    <p:sldId id="1554" r:id="rId815"/>
    <p:sldId id="1348" r:id="rId816"/>
    <p:sldId id="1524" r:id="rId817"/>
    <p:sldId id="1349" r:id="rId818"/>
    <p:sldId id="1396" r:id="rId819"/>
    <p:sldId id="1397" r:id="rId820"/>
    <p:sldId id="1350" r:id="rId821"/>
    <p:sldId id="761" r:id="rId822"/>
    <p:sldId id="1780" r:id="rId823"/>
    <p:sldId id="1404" r:id="rId824"/>
    <p:sldId id="861" r:id="rId825"/>
    <p:sldId id="862" r:id="rId826"/>
    <p:sldId id="756" r:id="rId827"/>
    <p:sldId id="1506" r:id="rId828"/>
    <p:sldId id="771" r:id="rId829"/>
    <p:sldId id="876" r:id="rId830"/>
    <p:sldId id="1471" r:id="rId831"/>
    <p:sldId id="1393" r:id="rId832"/>
    <p:sldId id="1389" r:id="rId833"/>
    <p:sldId id="1457" r:id="rId834"/>
    <p:sldId id="1458" r:id="rId835"/>
    <p:sldId id="1459" r:id="rId836"/>
    <p:sldId id="1505" r:id="rId837"/>
    <p:sldId id="1428" r:id="rId838"/>
    <p:sldId id="1665" r:id="rId839"/>
    <p:sldId id="778" r:id="rId840"/>
    <p:sldId id="779" r:id="rId841"/>
    <p:sldId id="834" r:id="rId842"/>
    <p:sldId id="780" r:id="rId843"/>
    <p:sldId id="833" r:id="rId844"/>
    <p:sldId id="783" r:id="rId845"/>
    <p:sldId id="880" r:id="rId846"/>
    <p:sldId id="1769" r:id="rId847"/>
    <p:sldId id="881" r:id="rId848"/>
    <p:sldId id="879" r:id="rId849"/>
    <p:sldId id="866" r:id="rId850"/>
    <p:sldId id="1341" r:id="rId851"/>
    <p:sldId id="1390" r:id="rId852"/>
    <p:sldId id="1774" r:id="rId853"/>
    <p:sldId id="1775" r:id="rId854"/>
    <p:sldId id="1391" r:id="rId855"/>
    <p:sldId id="878" r:id="rId856"/>
    <p:sldId id="867" r:id="rId857"/>
    <p:sldId id="868" r:id="rId858"/>
    <p:sldId id="870" r:id="rId859"/>
    <p:sldId id="1241" r:id="rId860"/>
    <p:sldId id="1411" r:id="rId861"/>
    <p:sldId id="869" r:id="rId862"/>
    <p:sldId id="1342" r:id="rId863"/>
    <p:sldId id="1367" r:id="rId864"/>
    <p:sldId id="1377" r:id="rId865"/>
    <p:sldId id="1379" r:id="rId866"/>
    <p:sldId id="1368" r:id="rId867"/>
    <p:sldId id="1369" r:id="rId868"/>
    <p:sldId id="1380" r:id="rId869"/>
    <p:sldId id="1381" r:id="rId870"/>
    <p:sldId id="1370" r:id="rId871"/>
    <p:sldId id="1371" r:id="rId872"/>
    <p:sldId id="1372" r:id="rId873"/>
    <p:sldId id="1373" r:id="rId874"/>
    <p:sldId id="1374" r:id="rId875"/>
    <p:sldId id="1375" r:id="rId876"/>
    <p:sldId id="1033" r:id="rId877"/>
    <p:sldId id="1021" r:id="rId878"/>
    <p:sldId id="1022" r:id="rId879"/>
    <p:sldId id="1023" r:id="rId880"/>
    <p:sldId id="1024" r:id="rId881"/>
    <p:sldId id="1025" r:id="rId882"/>
    <p:sldId id="1027" r:id="rId883"/>
    <p:sldId id="1028" r:id="rId884"/>
    <p:sldId id="1029" r:id="rId885"/>
    <p:sldId id="1030" r:id="rId886"/>
    <p:sldId id="1032" r:id="rId887"/>
    <p:sldId id="1031" r:id="rId888"/>
    <p:sldId id="1526" r:id="rId889"/>
    <p:sldId id="885" r:id="rId890"/>
    <p:sldId id="1074" r:id="rId891"/>
    <p:sldId id="976" r:id="rId892"/>
    <p:sldId id="933" r:id="rId893"/>
    <p:sldId id="954" r:id="rId894"/>
    <p:sldId id="788" r:id="rId895"/>
    <p:sldId id="1502" r:id="rId896"/>
    <p:sldId id="1456" r:id="rId897"/>
    <p:sldId id="1489" r:id="rId898"/>
    <p:sldId id="1503" r:id="rId899"/>
    <p:sldId id="1493" r:id="rId900"/>
    <p:sldId id="1495" r:id="rId901"/>
    <p:sldId id="1511" r:id="rId902"/>
    <p:sldId id="1504" r:id="rId903"/>
    <p:sldId id="1557" r:id="rId904"/>
    <p:sldId id="1736" r:id="rId905"/>
    <p:sldId id="1752" r:id="rId906"/>
    <p:sldId id="1782" r:id="rId907"/>
    <p:sldId id="1783" r:id="rId90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tableStyles" Target="tableStyles.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theme" Target="theme/theme1.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commentAuthors" Target="commentAuthors.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viewProps" Target="viewProp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notesMaster" Target="notesMasters/notesMaster1.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presProps" Target="presProp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449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820</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848</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7/30/2026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7/30/2026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7/30/2026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7/30/2026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7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4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a:noFill/>
        </p:spPr>
        <p:txBody>
          <a:bodyPr wrap="square">
            <a:spAutoFit/>
          </a:bodyPr>
          <a:lstStyle/>
          <a:p>
            <a:pPr marL="342900" indent="-342900">
              <a:buFont typeface="Arial" panose="020B0604020202020204" pitchFamily="34" charset="0"/>
              <a:buChar char="•"/>
            </a:pPr>
            <a:r>
              <a:rPr lang="en-IN" sz="2000" dirty="0">
                <a:solidFill>
                  <a:schemeClr val="accent2">
                    <a:lumMod val="50000"/>
                  </a:schemeClr>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accent2">
                    <a:lumMod val="50000"/>
                  </a:schemeClr>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1009759"/>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6" name="TextBox 5">
            <a:extLst>
              <a:ext uri="{FF2B5EF4-FFF2-40B4-BE49-F238E27FC236}">
                <a16:creationId xmlns:a16="http://schemas.microsoft.com/office/drawing/2014/main" id="{DF1C8AD1-836C-4200-9572-0675CC616EB7}"/>
              </a:ext>
            </a:extLst>
          </p:cNvPr>
          <p:cNvSpPr txBox="1"/>
          <p:nvPr/>
        </p:nvSpPr>
        <p:spPr>
          <a:xfrm>
            <a:off x="263351" y="5159519"/>
            <a:ext cx="56886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p:txBody>
      </p:sp>
      <p:sp>
        <p:nvSpPr>
          <p:cNvPr id="9" name="TextBox 8">
            <a:extLst>
              <a:ext uri="{FF2B5EF4-FFF2-40B4-BE49-F238E27FC236}">
                <a16:creationId xmlns:a16="http://schemas.microsoft.com/office/drawing/2014/main" id="{12A13853-B8BD-B93E-9BAD-C6AC39BE62EA}"/>
              </a:ext>
            </a:extLst>
          </p:cNvPr>
          <p:cNvSpPr txBox="1"/>
          <p:nvPr/>
        </p:nvSpPr>
        <p:spPr>
          <a:xfrm>
            <a:off x="263351" y="5663575"/>
            <a:ext cx="1180931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12" name="TextBox 11">
            <a:extLst>
              <a:ext uri="{FF2B5EF4-FFF2-40B4-BE49-F238E27FC236}">
                <a16:creationId xmlns:a16="http://schemas.microsoft.com/office/drawing/2014/main" id="{12286EC6-29F3-A1B5-B578-DD1E1B3FF676}"/>
              </a:ext>
            </a:extLst>
          </p:cNvPr>
          <p:cNvSpPr txBox="1"/>
          <p:nvPr/>
        </p:nvSpPr>
        <p:spPr>
          <a:xfrm>
            <a:off x="479376" y="4666606"/>
            <a:ext cx="6094378" cy="369332"/>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882739" cy="2135693"/>
            <a:chOff x="84428" y="476672"/>
            <a:chExt cx="11255586" cy="1562774"/>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504056"/>
              <a:chOff x="326177" y="476672"/>
              <a:chExt cx="1500924" cy="504056"/>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423592" cy="504056"/>
              <a:chOff x="361085" y="476672"/>
              <a:chExt cx="1423592"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Arrow: Right 41">
                <a:extLst>
                  <a:ext uri="{FF2B5EF4-FFF2-40B4-BE49-F238E27FC236}">
                    <a16:creationId xmlns:a16="http://schemas.microsoft.com/office/drawing/2014/main" id="{95B7EAEE-54AA-47F2-B715-DE0145B0B373}"/>
                  </a:ext>
                </a:extLst>
              </p:cNvPr>
              <p:cNvSpPr/>
              <p:nvPr/>
            </p:nvSpPr>
            <p:spPr>
              <a:xfrm>
                <a:off x="1496645"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3098334" y="476672"/>
              <a:ext cx="3230161" cy="575475"/>
              <a:chOff x="3884609" y="476672"/>
              <a:chExt cx="3230161" cy="575475"/>
            </a:xfrm>
          </p:grpSpPr>
          <p:grpSp>
            <p:nvGrpSpPr>
              <p:cNvPr id="44" name="Group 43">
                <a:extLst>
                  <a:ext uri="{FF2B5EF4-FFF2-40B4-BE49-F238E27FC236}">
                    <a16:creationId xmlns:a16="http://schemas.microsoft.com/office/drawing/2014/main" id="{6921436B-D802-4264-A407-F318B25D6588}"/>
                  </a:ext>
                </a:extLst>
              </p:cNvPr>
              <p:cNvGrpSpPr/>
              <p:nvPr/>
            </p:nvGrpSpPr>
            <p:grpSpPr>
              <a:xfrm>
                <a:off x="3884609" y="476672"/>
                <a:ext cx="1512755" cy="504056"/>
                <a:chOff x="170703" y="476672"/>
                <a:chExt cx="1512755" cy="504056"/>
              </a:xfrm>
            </p:grpSpPr>
            <p:sp>
              <p:nvSpPr>
                <p:cNvPr id="45" name="Rectangle 44">
                  <a:extLst>
                    <a:ext uri="{FF2B5EF4-FFF2-40B4-BE49-F238E27FC236}">
                      <a16:creationId xmlns:a16="http://schemas.microsoft.com/office/drawing/2014/main" id="{DE0F0D48-C466-49BB-9777-954F44466174}"/>
                    </a:ext>
                  </a:extLst>
                </p:cNvPr>
                <p:cNvSpPr/>
                <p:nvPr/>
              </p:nvSpPr>
              <p:spPr>
                <a:xfrm>
                  <a:off x="170703" y="476672"/>
                  <a:ext cx="1144730"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Arrow: Right 45">
                  <a:extLst>
                    <a:ext uri="{FF2B5EF4-FFF2-40B4-BE49-F238E27FC236}">
                      <a16:creationId xmlns:a16="http://schemas.microsoft.com/office/drawing/2014/main" id="{0857BF8D-AD72-41D2-82B7-814EABBA04E1}"/>
                    </a:ext>
                  </a:extLst>
                </p:cNvPr>
                <p:cNvSpPr/>
                <p:nvPr/>
              </p:nvSpPr>
              <p:spPr>
                <a:xfrm>
                  <a:off x="1395426"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TextBox 46">
                  <a:extLst>
                    <a:ext uri="{FF2B5EF4-FFF2-40B4-BE49-F238E27FC236}">
                      <a16:creationId xmlns:a16="http://schemas.microsoft.com/office/drawing/2014/main" id="{82C85C5D-4153-46D1-B83C-C9651E0DA45D}"/>
                    </a:ext>
                  </a:extLst>
                </p:cNvPr>
                <p:cNvSpPr txBox="1"/>
                <p:nvPr/>
              </p:nvSpPr>
              <p:spPr>
                <a:xfrm>
                  <a:off x="206897" y="579200"/>
                  <a:ext cx="107109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JOIN</a:t>
                  </a:r>
                  <a:endParaRPr lang="en-IN" dirty="0">
                    <a:latin typeface="Arial" panose="020B0604020202020204" pitchFamily="34" charset="0"/>
                    <a:cs typeface="Arial" panose="020B0604020202020204" pitchFamily="34" charset="0"/>
                  </a:endParaRPr>
                </a:p>
              </p:txBody>
            </p:sp>
          </p:grpSp>
          <p:grpSp>
            <p:nvGrpSpPr>
              <p:cNvPr id="48" name="Group 47">
                <a:extLst>
                  <a:ext uri="{FF2B5EF4-FFF2-40B4-BE49-F238E27FC236}">
                    <a16:creationId xmlns:a16="http://schemas.microsoft.com/office/drawing/2014/main" id="{968C9A79-F4EF-47F4-8E8D-2123803FACBB}"/>
                  </a:ext>
                </a:extLst>
              </p:cNvPr>
              <p:cNvGrpSpPr/>
              <p:nvPr/>
            </p:nvGrpSpPr>
            <p:grpSpPr>
              <a:xfrm>
                <a:off x="5469853" y="476672"/>
                <a:ext cx="1644917" cy="575475"/>
                <a:chOff x="-488552" y="476672"/>
                <a:chExt cx="1644917" cy="575475"/>
              </a:xfrm>
            </p:grpSpPr>
            <p:sp>
              <p:nvSpPr>
                <p:cNvPr id="49" name="Rectangle 48">
                  <a:extLst>
                    <a:ext uri="{FF2B5EF4-FFF2-40B4-BE49-F238E27FC236}">
                      <a16:creationId xmlns:a16="http://schemas.microsoft.com/office/drawing/2014/main" id="{A43FDC76-86FB-441B-9677-FBD58BA654F0}"/>
                    </a:ext>
                  </a:extLst>
                </p:cNvPr>
                <p:cNvSpPr/>
                <p:nvPr/>
              </p:nvSpPr>
              <p:spPr>
                <a:xfrm>
                  <a:off x="-488552"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86833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406974"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6390342" y="476672"/>
              <a:ext cx="3674365" cy="1562774"/>
              <a:chOff x="3398338" y="476672"/>
              <a:chExt cx="3674365" cy="1562774"/>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3398338" y="476672"/>
                <a:ext cx="2187793" cy="504056"/>
                <a:chOff x="-315568" y="476672"/>
                <a:chExt cx="2187793" cy="504056"/>
              </a:xfrm>
            </p:grpSpPr>
            <p:sp>
              <p:nvSpPr>
                <p:cNvPr id="77" name="Rectangle 76">
                  <a:extLst>
                    <a:ext uri="{FF2B5EF4-FFF2-40B4-BE49-F238E27FC236}">
                      <a16:creationId xmlns:a16="http://schemas.microsoft.com/office/drawing/2014/main" id="{AD6A0EB6-5388-4728-AED5-760174E567A4}"/>
                    </a:ext>
                  </a:extLst>
                </p:cNvPr>
                <p:cNvSpPr/>
                <p:nvPr/>
              </p:nvSpPr>
              <p:spPr>
                <a:xfrm>
                  <a:off x="-315568"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158419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25998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3726406" y="485535"/>
                <a:ext cx="3346297" cy="1553911"/>
                <a:chOff x="-2231999" y="485535"/>
                <a:chExt cx="3346297" cy="1553911"/>
              </a:xfrm>
            </p:grpSpPr>
            <p:sp>
              <p:nvSpPr>
                <p:cNvPr id="74" name="Rectangle 73">
                  <a:extLst>
                    <a:ext uri="{FF2B5EF4-FFF2-40B4-BE49-F238E27FC236}">
                      <a16:creationId xmlns:a16="http://schemas.microsoft.com/office/drawing/2014/main" id="{C531F3B7-AC41-44DD-B1B5-4BDDEAC42DC7}"/>
                    </a:ext>
                  </a:extLst>
                </p:cNvPr>
                <p:cNvSpPr/>
                <p:nvPr/>
              </p:nvSpPr>
              <p:spPr>
                <a:xfrm>
                  <a:off x="-390396"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328548" y="1646877"/>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2231999"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217014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322189" y="485535"/>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260341" y="597022"/>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2963062" y="1524809"/>
              <a:ext cx="5532873" cy="504056"/>
              <a:chOff x="-1450769" y="404102"/>
              <a:chExt cx="553287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110622" y="404102"/>
                <a:ext cx="4192726" cy="504056"/>
                <a:chOff x="-3824528" y="404102"/>
                <a:chExt cx="4192726" cy="504056"/>
              </a:xfrm>
            </p:grpSpPr>
            <p:sp>
              <p:nvSpPr>
                <p:cNvPr id="59" name="Rectangle 58">
                  <a:extLst>
                    <a:ext uri="{FF2B5EF4-FFF2-40B4-BE49-F238E27FC236}">
                      <a16:creationId xmlns:a16="http://schemas.microsoft.com/office/drawing/2014/main" id="{5C682BF6-2D1E-4E06-96AC-5FF125281AAE}"/>
                    </a:ext>
                  </a:extLst>
                </p:cNvPr>
                <p:cNvSpPr/>
                <p:nvPr/>
              </p:nvSpPr>
              <p:spPr>
                <a:xfrm>
                  <a:off x="-3457506"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3824528"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3390905"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1780365"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80166"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1450769" y="404102"/>
                <a:ext cx="1288678" cy="504056"/>
                <a:chOff x="-7409174"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7409174"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7228589"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132915" y="562741"/>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rgbClr val="DB7BC9"/>
                </a:solidFill>
                <a:latin typeface="Liberation Mono"/>
              </a:rPr>
              <a:t>END</a:t>
            </a:r>
            <a:r>
              <a:rPr lang="en-US" dirty="0">
                <a:latin typeface="Liberation Mono"/>
              </a:rPr>
              <a:t>,</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a:solidFill>
                  <a:srgbClr val="0077AA"/>
                </a:solidFill>
                <a:latin typeface="Segoe UI Semilight" panose="020B0402040204020203" pitchFamily="34" charset="0"/>
                <a:cs typeface="Segoe UI Semilight" panose="020B0402040204020203" pitchFamily="34" charset="0"/>
              </a:rPr>
              <a:t>EVERY </a:t>
            </a:r>
            <a:r>
              <a:rPr lang="en-US">
                <a:solidFill>
                  <a:srgbClr val="990055"/>
                </a:solidFill>
                <a:latin typeface="Segoe UI Semilight" panose="020B0402040204020203" pitchFamily="34" charset="0"/>
                <a:cs typeface="Segoe UI Semilight" panose="020B0402040204020203" pitchFamily="34" charset="0"/>
              </a:rPr>
              <a:t>60</a:t>
            </a:r>
            <a:r>
              <a:rPr lang="en-US">
                <a:solidFill>
                  <a:srgbClr val="0077AA"/>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subscription_type = </a:t>
            </a:r>
            <a:r>
              <a:rPr lang="en-US" dirty="0">
                <a:solidFill>
                  <a:srgbClr val="00B050"/>
                </a:solidFill>
                <a:latin typeface="Segoe UI Semilight" panose="020B0402040204020203" pitchFamily="34" charset="0"/>
                <a:cs typeface="Segoe UI Semilight" panose="020B0402040204020203" pitchFamily="34" charset="0"/>
              </a:rPr>
              <a:t>'Monthly'</a:t>
            </a:r>
            <a:r>
              <a:rPr lang="en-US" dirty="0">
                <a:latin typeface="Segoe UI Semilight" panose="020B0402040204020203" pitchFamily="34" charset="0"/>
                <a:cs typeface="Segoe UI Semilight" panose="020B0402040204020203" pitchFamily="34" charset="0"/>
              </a:rPr>
              <a:t> AND  </a:t>
            </a:r>
            <a:r>
              <a:rPr lang="en-US" dirty="0" err="1">
                <a:latin typeface="Segoe UI Semilight" panose="020B0402040204020203" pitchFamily="34" charset="0"/>
                <a:cs typeface="Segoe UI Semilight" panose="020B0402040204020203" pitchFamily="34" charset="0"/>
              </a:rPr>
              <a:t>expiration_date</a:t>
            </a:r>
            <a:r>
              <a:rPr lang="en-US" dirty="0">
                <a:latin typeface="Segoe UI Semilight" panose="020B0402040204020203" pitchFamily="34" charset="0"/>
                <a:cs typeface="Segoe UI Semilight" panose="020B0402040204020203" pitchFamily="34" charset="0"/>
              </a:rPr>
              <a:t> &lt; CURDATE() AND subscription_status is NULL;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71255</TotalTime>
  <Words>106505</Words>
  <Application>Microsoft Office PowerPoint</Application>
  <PresentationFormat>Widescreen</PresentationFormat>
  <Paragraphs>16159</Paragraphs>
  <Slides>907</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907</vt:i4>
      </vt:variant>
    </vt:vector>
  </HeadingPairs>
  <TitlesOfParts>
    <vt:vector size="953"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15183</cp:revision>
  <dcterms:created xsi:type="dcterms:W3CDTF">2015-10-09T06:09:34Z</dcterms:created>
  <dcterms:modified xsi:type="dcterms:W3CDTF">2026-07-30T09:11:04Z</dcterms:modified>
</cp:coreProperties>
</file>